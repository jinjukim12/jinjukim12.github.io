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2"/>
    <p:sldId id="566" r:id="rId3"/>
    <p:sldId id="605" r:id="rId4"/>
    <p:sldId id="725" r:id="rId5"/>
  </p:sldIdLst>
  <p:sldSz cx="12192000" cy="6858000"/>
  <p:notesSz cx="6858000" cy="9144000"/>
  <p:embeddedFontLst>
    <p:embeddedFont>
      <p:font typeface="나눔고딕" panose="020D0604000000000000" pitchFamily="50" charset="-127"/>
      <p:regular r:id="rId7"/>
      <p:bold r:id="rId8"/>
    </p:embeddedFont>
    <p:embeddedFont>
      <p:font typeface="나눔고딕 ExtraBold" panose="020D0904000000000000" pitchFamily="50" charset="-127"/>
      <p:bold r:id="rId9"/>
    </p:embeddedFont>
    <p:embeddedFont>
      <p:font typeface="맑은 고딕" panose="020B0503020000020004" pitchFamily="50" charset="-127"/>
      <p:regular r:id="rId10"/>
      <p:bold r:id="rId1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469" userDrawn="1">
          <p15:clr>
            <a:srgbClr val="A4A3A4"/>
          </p15:clr>
        </p15:guide>
        <p15:guide id="4" pos="234" userDrawn="1">
          <p15:clr>
            <a:srgbClr val="A4A3A4"/>
          </p15:clr>
        </p15:guide>
        <p15:guide id="5" orient="horz" pos="232" userDrawn="1">
          <p15:clr>
            <a:srgbClr val="A4A3A4"/>
          </p15:clr>
        </p15:guide>
        <p15:guide id="6" orient="horz" pos="40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8EE1"/>
    <a:srgbClr val="FFABAB"/>
    <a:srgbClr val="000000"/>
    <a:srgbClr val="BEE1FF"/>
    <a:srgbClr val="3265D6"/>
    <a:srgbClr val="CFDBF5"/>
    <a:srgbClr val="224CAA"/>
    <a:srgbClr val="142C62"/>
    <a:srgbClr val="3065D5"/>
    <a:srgbClr val="000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C23AE8-AE73-4C83-A5B4-04E3662747BC}" v="7" dt="2026-06-05T02:17:49.621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71" autoAdjust="0"/>
    <p:restoredTop sz="96242" autoAdjust="0"/>
  </p:normalViewPr>
  <p:slideViewPr>
    <p:cSldViewPr snapToGrid="0">
      <p:cViewPr varScale="1">
        <p:scale>
          <a:sx n="57" d="100"/>
          <a:sy n="57" d="100"/>
        </p:scale>
        <p:origin x="108" y="1176"/>
      </p:cViewPr>
      <p:guideLst>
        <p:guide orient="horz" pos="2205"/>
        <p:guide pos="3840"/>
        <p:guide pos="7469"/>
        <p:guide pos="234"/>
        <p:guide orient="horz" pos="232"/>
        <p:guide orient="horz" pos="408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진주 김" userId="b7ca9863247fd854" providerId="LiveId" clId="{F5FA52D0-9AA9-4A58-8DD5-5B5C33A3442F}"/>
    <pc:docChg chg="custSel addSld delSld modSld sldOrd">
      <pc:chgData name="진주 김" userId="b7ca9863247fd854" providerId="LiveId" clId="{F5FA52D0-9AA9-4A58-8DD5-5B5C33A3442F}" dt="2026-06-05T02:18:45.177" v="966" actId="47"/>
      <pc:docMkLst>
        <pc:docMk/>
      </pc:docMkLst>
      <pc:sldChg chg="modSp mod">
        <pc:chgData name="진주 김" userId="b7ca9863247fd854" providerId="LiveId" clId="{F5FA52D0-9AA9-4A58-8DD5-5B5C33A3442F}" dt="2026-06-05T02:17:24.228" v="824" actId="20577"/>
        <pc:sldMkLst>
          <pc:docMk/>
          <pc:sldMk cId="2996839249" sldId="256"/>
        </pc:sldMkLst>
        <pc:spChg chg="mod">
          <ac:chgData name="진주 김" userId="b7ca9863247fd854" providerId="LiveId" clId="{F5FA52D0-9AA9-4A58-8DD5-5B5C33A3442F}" dt="2026-06-05T02:17:24.228" v="824" actId="20577"/>
          <ac:spMkLst>
            <pc:docMk/>
            <pc:sldMk cId="2996839249" sldId="256"/>
            <ac:spMk id="4" creationId="{3EB20104-CF85-B85C-F852-71DB4F44C6C3}"/>
          </ac:spMkLst>
        </pc:spChg>
      </pc:sldChg>
      <pc:sldChg chg="del">
        <pc:chgData name="진주 김" userId="b7ca9863247fd854" providerId="LiveId" clId="{F5FA52D0-9AA9-4A58-8DD5-5B5C33A3442F}" dt="2026-06-05T02:18:28.243" v="877" actId="47"/>
        <pc:sldMkLst>
          <pc:docMk/>
          <pc:sldMk cId="564079321" sldId="564"/>
        </pc:sldMkLst>
      </pc:sldChg>
      <pc:sldChg chg="addSp modSp mod modShow">
        <pc:chgData name="진주 김" userId="b7ca9863247fd854" providerId="LiveId" clId="{F5FA52D0-9AA9-4A58-8DD5-5B5C33A3442F}" dt="2026-06-05T02:17:42.369" v="859" actId="20577"/>
        <pc:sldMkLst>
          <pc:docMk/>
          <pc:sldMk cId="3885265608" sldId="566"/>
        </pc:sldMkLst>
        <pc:spChg chg="add mod">
          <ac:chgData name="진주 김" userId="b7ca9863247fd854" providerId="LiveId" clId="{F5FA52D0-9AA9-4A58-8DD5-5B5C33A3442F}" dt="2026-06-05T02:06:31.349" v="358" actId="2085"/>
          <ac:spMkLst>
            <pc:docMk/>
            <pc:sldMk cId="3885265608" sldId="566"/>
            <ac:spMk id="2" creationId="{458386DF-A951-02DA-BFCA-F2DDA8CC25D9}"/>
          </ac:spMkLst>
        </pc:spChg>
        <pc:spChg chg="add mod">
          <ac:chgData name="진주 김" userId="b7ca9863247fd854" providerId="LiveId" clId="{F5FA52D0-9AA9-4A58-8DD5-5B5C33A3442F}" dt="2026-06-05T02:07:03.105" v="546" actId="20577"/>
          <ac:spMkLst>
            <pc:docMk/>
            <pc:sldMk cId="3885265608" sldId="566"/>
            <ac:spMk id="3" creationId="{347BE22F-4679-28B7-4C99-3A37B7B2B777}"/>
          </ac:spMkLst>
        </pc:spChg>
        <pc:spChg chg="mod">
          <ac:chgData name="진주 김" userId="b7ca9863247fd854" providerId="LiveId" clId="{F5FA52D0-9AA9-4A58-8DD5-5B5C33A3442F}" dt="2026-06-05T02:17:42.369" v="859" actId="20577"/>
          <ac:spMkLst>
            <pc:docMk/>
            <pc:sldMk cId="3885265608" sldId="566"/>
            <ac:spMk id="7" creationId="{616EADBA-98A9-1486-BA84-9E44D9FF96A7}"/>
          </ac:spMkLst>
        </pc:spChg>
        <pc:spChg chg="mod">
          <ac:chgData name="진주 김" userId="b7ca9863247fd854" providerId="LiveId" clId="{F5FA52D0-9AA9-4A58-8DD5-5B5C33A3442F}" dt="2026-06-05T02:06:00.311" v="355" actId="20577"/>
          <ac:spMkLst>
            <pc:docMk/>
            <pc:sldMk cId="3885265608" sldId="566"/>
            <ac:spMk id="9" creationId="{CAB849E6-536A-BD0E-6B14-2154BCA81271}"/>
          </ac:spMkLst>
        </pc:spChg>
      </pc:sldChg>
      <pc:sldChg chg="addSp delSp modSp mod ord">
        <pc:chgData name="진주 김" userId="b7ca9863247fd854" providerId="LiveId" clId="{F5FA52D0-9AA9-4A58-8DD5-5B5C33A3442F}" dt="2026-06-05T02:07:04.953" v="548"/>
        <pc:sldMkLst>
          <pc:docMk/>
          <pc:sldMk cId="3182869021" sldId="605"/>
        </pc:sldMkLst>
        <pc:spChg chg="add del mod">
          <ac:chgData name="진주 김" userId="b7ca9863247fd854" providerId="LiveId" clId="{F5FA52D0-9AA9-4A58-8DD5-5B5C33A3442F}" dt="2026-06-05T02:01:14.483" v="17" actId="478"/>
          <ac:spMkLst>
            <pc:docMk/>
            <pc:sldMk cId="3182869021" sldId="605"/>
            <ac:spMk id="4" creationId="{EBCEE12D-7FC0-6C60-A03D-FC2ECFFA5944}"/>
          </ac:spMkLst>
        </pc:spChg>
        <pc:spChg chg="add del mod">
          <ac:chgData name="진주 김" userId="b7ca9863247fd854" providerId="LiveId" clId="{F5FA52D0-9AA9-4A58-8DD5-5B5C33A3442F}" dt="2026-06-05T02:01:13.199" v="15" actId="478"/>
          <ac:spMkLst>
            <pc:docMk/>
            <pc:sldMk cId="3182869021" sldId="605"/>
            <ac:spMk id="5" creationId="{56DC85C9-8D02-13CE-4774-D4172F530573}"/>
          </ac:spMkLst>
        </pc:spChg>
        <pc:picChg chg="add del mod">
          <ac:chgData name="진주 김" userId="b7ca9863247fd854" providerId="LiveId" clId="{F5FA52D0-9AA9-4A58-8DD5-5B5C33A3442F}" dt="2026-06-05T02:01:13.859" v="16" actId="478"/>
          <ac:picMkLst>
            <pc:docMk/>
            <pc:sldMk cId="3182869021" sldId="605"/>
            <ac:picMk id="3" creationId="{47A8AEFA-2744-65D7-78A0-DB528A394CFF}"/>
          </ac:picMkLst>
        </pc:picChg>
        <pc:picChg chg="add mod">
          <ac:chgData name="진주 김" userId="b7ca9863247fd854" providerId="LiveId" clId="{F5FA52D0-9AA9-4A58-8DD5-5B5C33A3442F}" dt="2026-06-05T02:01:24.728" v="24" actId="1076"/>
          <ac:picMkLst>
            <pc:docMk/>
            <pc:sldMk cId="3182869021" sldId="605"/>
            <ac:picMk id="7" creationId="{922B1532-7B62-BF6B-0CB4-F4F20C943376}"/>
          </ac:picMkLst>
        </pc:picChg>
      </pc:sldChg>
      <pc:sldChg chg="del">
        <pc:chgData name="진주 김" userId="b7ca9863247fd854" providerId="LiveId" clId="{F5FA52D0-9AA9-4A58-8DD5-5B5C33A3442F}" dt="2026-06-05T02:18:28.602" v="879" actId="47"/>
        <pc:sldMkLst>
          <pc:docMk/>
          <pc:sldMk cId="1173435687" sldId="614"/>
        </pc:sldMkLst>
      </pc:sldChg>
      <pc:sldChg chg="del">
        <pc:chgData name="진주 김" userId="b7ca9863247fd854" providerId="LiveId" clId="{F5FA52D0-9AA9-4A58-8DD5-5B5C33A3442F}" dt="2026-06-05T02:18:28.765" v="880" actId="47"/>
        <pc:sldMkLst>
          <pc:docMk/>
          <pc:sldMk cId="2821389919" sldId="616"/>
        </pc:sldMkLst>
      </pc:sldChg>
      <pc:sldChg chg="del">
        <pc:chgData name="진주 김" userId="b7ca9863247fd854" providerId="LiveId" clId="{F5FA52D0-9AA9-4A58-8DD5-5B5C33A3442F}" dt="2026-06-05T02:18:29.291" v="883" actId="47"/>
        <pc:sldMkLst>
          <pc:docMk/>
          <pc:sldMk cId="1579492061" sldId="618"/>
        </pc:sldMkLst>
      </pc:sldChg>
      <pc:sldChg chg="del">
        <pc:chgData name="진주 김" userId="b7ca9863247fd854" providerId="LiveId" clId="{F5FA52D0-9AA9-4A58-8DD5-5B5C33A3442F}" dt="2026-06-05T02:18:29.627" v="885" actId="47"/>
        <pc:sldMkLst>
          <pc:docMk/>
          <pc:sldMk cId="2861161134" sldId="631"/>
        </pc:sldMkLst>
      </pc:sldChg>
      <pc:sldChg chg="del">
        <pc:chgData name="진주 김" userId="b7ca9863247fd854" providerId="LiveId" clId="{F5FA52D0-9AA9-4A58-8DD5-5B5C33A3442F}" dt="2026-06-05T02:18:28.935" v="881" actId="47"/>
        <pc:sldMkLst>
          <pc:docMk/>
          <pc:sldMk cId="4062408654" sldId="632"/>
        </pc:sldMkLst>
      </pc:sldChg>
      <pc:sldChg chg="del">
        <pc:chgData name="진주 김" userId="b7ca9863247fd854" providerId="LiveId" clId="{F5FA52D0-9AA9-4A58-8DD5-5B5C33A3442F}" dt="2026-06-05T02:18:30.181" v="887" actId="47"/>
        <pc:sldMkLst>
          <pc:docMk/>
          <pc:sldMk cId="489946926" sldId="633"/>
        </pc:sldMkLst>
      </pc:sldChg>
      <pc:sldChg chg="del">
        <pc:chgData name="진주 김" userId="b7ca9863247fd854" providerId="LiveId" clId="{F5FA52D0-9AA9-4A58-8DD5-5B5C33A3442F}" dt="2026-06-05T02:18:36.516" v="922" actId="47"/>
        <pc:sldMkLst>
          <pc:docMk/>
          <pc:sldMk cId="1328176791" sldId="636"/>
        </pc:sldMkLst>
      </pc:sldChg>
      <pc:sldChg chg="del">
        <pc:chgData name="진주 김" userId="b7ca9863247fd854" providerId="LiveId" clId="{F5FA52D0-9AA9-4A58-8DD5-5B5C33A3442F}" dt="2026-06-05T02:18:27.198" v="874" actId="47"/>
        <pc:sldMkLst>
          <pc:docMk/>
          <pc:sldMk cId="3307365329" sldId="637"/>
        </pc:sldMkLst>
      </pc:sldChg>
      <pc:sldChg chg="del">
        <pc:chgData name="진주 김" userId="b7ca9863247fd854" providerId="LiveId" clId="{F5FA52D0-9AA9-4A58-8DD5-5B5C33A3442F}" dt="2026-06-05T02:18:28.041" v="876" actId="47"/>
        <pc:sldMkLst>
          <pc:docMk/>
          <pc:sldMk cId="1908701059" sldId="638"/>
        </pc:sldMkLst>
      </pc:sldChg>
      <pc:sldChg chg="del">
        <pc:chgData name="진주 김" userId="b7ca9863247fd854" providerId="LiveId" clId="{F5FA52D0-9AA9-4A58-8DD5-5B5C33A3442F}" dt="2026-06-05T02:18:27.719" v="875" actId="47"/>
        <pc:sldMkLst>
          <pc:docMk/>
          <pc:sldMk cId="60537050" sldId="639"/>
        </pc:sldMkLst>
      </pc:sldChg>
      <pc:sldChg chg="del">
        <pc:chgData name="진주 김" userId="b7ca9863247fd854" providerId="LiveId" clId="{F5FA52D0-9AA9-4A58-8DD5-5B5C33A3442F}" dt="2026-06-05T02:18:30.700" v="890" actId="47"/>
        <pc:sldMkLst>
          <pc:docMk/>
          <pc:sldMk cId="1428105257" sldId="640"/>
        </pc:sldMkLst>
      </pc:sldChg>
      <pc:sldChg chg="del">
        <pc:chgData name="진주 김" userId="b7ca9863247fd854" providerId="LiveId" clId="{F5FA52D0-9AA9-4A58-8DD5-5B5C33A3442F}" dt="2026-06-05T02:18:30.352" v="888" actId="47"/>
        <pc:sldMkLst>
          <pc:docMk/>
          <pc:sldMk cId="4004162102" sldId="641"/>
        </pc:sldMkLst>
      </pc:sldChg>
      <pc:sldChg chg="del">
        <pc:chgData name="진주 김" userId="b7ca9863247fd854" providerId="LiveId" clId="{F5FA52D0-9AA9-4A58-8DD5-5B5C33A3442F}" dt="2026-06-05T02:18:28.435" v="878" actId="47"/>
        <pc:sldMkLst>
          <pc:docMk/>
          <pc:sldMk cId="2332754704" sldId="642"/>
        </pc:sldMkLst>
      </pc:sldChg>
      <pc:sldChg chg="del">
        <pc:chgData name="진주 김" userId="b7ca9863247fd854" providerId="LiveId" clId="{F5FA52D0-9AA9-4A58-8DD5-5B5C33A3442F}" dt="2026-06-05T02:18:29.102" v="882" actId="47"/>
        <pc:sldMkLst>
          <pc:docMk/>
          <pc:sldMk cId="3854479938" sldId="643"/>
        </pc:sldMkLst>
      </pc:sldChg>
      <pc:sldChg chg="del">
        <pc:chgData name="진주 김" userId="b7ca9863247fd854" providerId="LiveId" clId="{F5FA52D0-9AA9-4A58-8DD5-5B5C33A3442F}" dt="2026-06-05T02:18:29.985" v="886" actId="47"/>
        <pc:sldMkLst>
          <pc:docMk/>
          <pc:sldMk cId="40802851" sldId="644"/>
        </pc:sldMkLst>
      </pc:sldChg>
      <pc:sldChg chg="del">
        <pc:chgData name="진주 김" userId="b7ca9863247fd854" providerId="LiveId" clId="{F5FA52D0-9AA9-4A58-8DD5-5B5C33A3442F}" dt="2026-06-05T02:18:29.458" v="884" actId="47"/>
        <pc:sldMkLst>
          <pc:docMk/>
          <pc:sldMk cId="3283976879" sldId="645"/>
        </pc:sldMkLst>
      </pc:sldChg>
      <pc:sldChg chg="del">
        <pc:chgData name="진주 김" userId="b7ca9863247fd854" providerId="LiveId" clId="{F5FA52D0-9AA9-4A58-8DD5-5B5C33A3442F}" dt="2026-06-05T02:18:36.686" v="923" actId="47"/>
        <pc:sldMkLst>
          <pc:docMk/>
          <pc:sldMk cId="2856233530" sldId="646"/>
        </pc:sldMkLst>
      </pc:sldChg>
      <pc:sldChg chg="del">
        <pc:chgData name="진주 김" userId="b7ca9863247fd854" providerId="LiveId" clId="{F5FA52D0-9AA9-4A58-8DD5-5B5C33A3442F}" dt="2026-06-05T02:18:36.910" v="924" actId="47"/>
        <pc:sldMkLst>
          <pc:docMk/>
          <pc:sldMk cId="204214555" sldId="647"/>
        </pc:sldMkLst>
      </pc:sldChg>
      <pc:sldChg chg="del">
        <pc:chgData name="진주 김" userId="b7ca9863247fd854" providerId="LiveId" clId="{F5FA52D0-9AA9-4A58-8DD5-5B5C33A3442F}" dt="2026-06-05T02:18:37.065" v="925" actId="47"/>
        <pc:sldMkLst>
          <pc:docMk/>
          <pc:sldMk cId="4230847197" sldId="648"/>
        </pc:sldMkLst>
      </pc:sldChg>
      <pc:sldChg chg="del">
        <pc:chgData name="진주 김" userId="b7ca9863247fd854" providerId="LiveId" clId="{F5FA52D0-9AA9-4A58-8DD5-5B5C33A3442F}" dt="2026-06-05T02:18:37.260" v="926" actId="47"/>
        <pc:sldMkLst>
          <pc:docMk/>
          <pc:sldMk cId="2530432966" sldId="649"/>
        </pc:sldMkLst>
      </pc:sldChg>
      <pc:sldChg chg="del">
        <pc:chgData name="진주 김" userId="b7ca9863247fd854" providerId="LiveId" clId="{F5FA52D0-9AA9-4A58-8DD5-5B5C33A3442F}" dt="2026-06-05T02:18:37.442" v="927" actId="47"/>
        <pc:sldMkLst>
          <pc:docMk/>
          <pc:sldMk cId="1655285590" sldId="650"/>
        </pc:sldMkLst>
      </pc:sldChg>
      <pc:sldChg chg="del">
        <pc:chgData name="진주 김" userId="b7ca9863247fd854" providerId="LiveId" clId="{F5FA52D0-9AA9-4A58-8DD5-5B5C33A3442F}" dt="2026-06-05T02:18:37.653" v="928" actId="47"/>
        <pc:sldMkLst>
          <pc:docMk/>
          <pc:sldMk cId="792560915" sldId="651"/>
        </pc:sldMkLst>
      </pc:sldChg>
      <pc:sldChg chg="del">
        <pc:chgData name="진주 김" userId="b7ca9863247fd854" providerId="LiveId" clId="{F5FA52D0-9AA9-4A58-8DD5-5B5C33A3442F}" dt="2026-06-05T02:18:37.826" v="929" actId="47"/>
        <pc:sldMkLst>
          <pc:docMk/>
          <pc:sldMk cId="4091566532" sldId="652"/>
        </pc:sldMkLst>
      </pc:sldChg>
      <pc:sldChg chg="del">
        <pc:chgData name="진주 김" userId="b7ca9863247fd854" providerId="LiveId" clId="{F5FA52D0-9AA9-4A58-8DD5-5B5C33A3442F}" dt="2026-06-05T02:18:38.035" v="930" actId="47"/>
        <pc:sldMkLst>
          <pc:docMk/>
          <pc:sldMk cId="1221302544" sldId="653"/>
        </pc:sldMkLst>
      </pc:sldChg>
      <pc:sldChg chg="del">
        <pc:chgData name="진주 김" userId="b7ca9863247fd854" providerId="LiveId" clId="{F5FA52D0-9AA9-4A58-8DD5-5B5C33A3442F}" dt="2026-06-05T02:18:38.234" v="931" actId="47"/>
        <pc:sldMkLst>
          <pc:docMk/>
          <pc:sldMk cId="3538659546" sldId="654"/>
        </pc:sldMkLst>
      </pc:sldChg>
      <pc:sldChg chg="del">
        <pc:chgData name="진주 김" userId="b7ca9863247fd854" providerId="LiveId" clId="{F5FA52D0-9AA9-4A58-8DD5-5B5C33A3442F}" dt="2026-06-05T02:18:38.411" v="932" actId="47"/>
        <pc:sldMkLst>
          <pc:docMk/>
          <pc:sldMk cId="1740060019" sldId="655"/>
        </pc:sldMkLst>
      </pc:sldChg>
      <pc:sldChg chg="del">
        <pc:chgData name="진주 김" userId="b7ca9863247fd854" providerId="LiveId" clId="{F5FA52D0-9AA9-4A58-8DD5-5B5C33A3442F}" dt="2026-06-05T02:18:38.599" v="933" actId="47"/>
        <pc:sldMkLst>
          <pc:docMk/>
          <pc:sldMk cId="2277809935" sldId="656"/>
        </pc:sldMkLst>
      </pc:sldChg>
      <pc:sldChg chg="del">
        <pc:chgData name="진주 김" userId="b7ca9863247fd854" providerId="LiveId" clId="{F5FA52D0-9AA9-4A58-8DD5-5B5C33A3442F}" dt="2026-06-05T02:18:38.791" v="934" actId="47"/>
        <pc:sldMkLst>
          <pc:docMk/>
          <pc:sldMk cId="4019943648" sldId="657"/>
        </pc:sldMkLst>
      </pc:sldChg>
      <pc:sldChg chg="del">
        <pc:chgData name="진주 김" userId="b7ca9863247fd854" providerId="LiveId" clId="{F5FA52D0-9AA9-4A58-8DD5-5B5C33A3442F}" dt="2026-06-05T02:18:38.991" v="935" actId="47"/>
        <pc:sldMkLst>
          <pc:docMk/>
          <pc:sldMk cId="2818926652" sldId="658"/>
        </pc:sldMkLst>
      </pc:sldChg>
      <pc:sldChg chg="del">
        <pc:chgData name="진주 김" userId="b7ca9863247fd854" providerId="LiveId" clId="{F5FA52D0-9AA9-4A58-8DD5-5B5C33A3442F}" dt="2026-06-05T02:18:39.189" v="936" actId="47"/>
        <pc:sldMkLst>
          <pc:docMk/>
          <pc:sldMk cId="134819084" sldId="659"/>
        </pc:sldMkLst>
      </pc:sldChg>
      <pc:sldChg chg="del">
        <pc:chgData name="진주 김" userId="b7ca9863247fd854" providerId="LiveId" clId="{F5FA52D0-9AA9-4A58-8DD5-5B5C33A3442F}" dt="2026-06-05T02:18:39.402" v="937" actId="47"/>
        <pc:sldMkLst>
          <pc:docMk/>
          <pc:sldMk cId="2545867717" sldId="660"/>
        </pc:sldMkLst>
      </pc:sldChg>
      <pc:sldChg chg="del">
        <pc:chgData name="진주 김" userId="b7ca9863247fd854" providerId="LiveId" clId="{F5FA52D0-9AA9-4A58-8DD5-5B5C33A3442F}" dt="2026-06-05T02:18:39.597" v="938" actId="47"/>
        <pc:sldMkLst>
          <pc:docMk/>
          <pc:sldMk cId="1361631733" sldId="661"/>
        </pc:sldMkLst>
      </pc:sldChg>
      <pc:sldChg chg="del">
        <pc:chgData name="진주 김" userId="b7ca9863247fd854" providerId="LiveId" clId="{F5FA52D0-9AA9-4A58-8DD5-5B5C33A3442F}" dt="2026-06-05T02:18:39.802" v="939" actId="47"/>
        <pc:sldMkLst>
          <pc:docMk/>
          <pc:sldMk cId="2269625772" sldId="662"/>
        </pc:sldMkLst>
      </pc:sldChg>
      <pc:sldChg chg="del">
        <pc:chgData name="진주 김" userId="b7ca9863247fd854" providerId="LiveId" clId="{F5FA52D0-9AA9-4A58-8DD5-5B5C33A3442F}" dt="2026-06-05T02:18:40.008" v="940" actId="47"/>
        <pc:sldMkLst>
          <pc:docMk/>
          <pc:sldMk cId="880717912" sldId="663"/>
        </pc:sldMkLst>
      </pc:sldChg>
      <pc:sldChg chg="del">
        <pc:chgData name="진주 김" userId="b7ca9863247fd854" providerId="LiveId" clId="{F5FA52D0-9AA9-4A58-8DD5-5B5C33A3442F}" dt="2026-06-05T02:18:40.205" v="941" actId="47"/>
        <pc:sldMkLst>
          <pc:docMk/>
          <pc:sldMk cId="1031113204" sldId="664"/>
        </pc:sldMkLst>
      </pc:sldChg>
      <pc:sldChg chg="del">
        <pc:chgData name="진주 김" userId="b7ca9863247fd854" providerId="LiveId" clId="{F5FA52D0-9AA9-4A58-8DD5-5B5C33A3442F}" dt="2026-06-05T02:18:40.391" v="942" actId="47"/>
        <pc:sldMkLst>
          <pc:docMk/>
          <pc:sldMk cId="644443314" sldId="665"/>
        </pc:sldMkLst>
      </pc:sldChg>
      <pc:sldChg chg="del">
        <pc:chgData name="진주 김" userId="b7ca9863247fd854" providerId="LiveId" clId="{F5FA52D0-9AA9-4A58-8DD5-5B5C33A3442F}" dt="2026-06-05T02:18:40.596" v="943" actId="47"/>
        <pc:sldMkLst>
          <pc:docMk/>
          <pc:sldMk cId="3667927916" sldId="666"/>
        </pc:sldMkLst>
      </pc:sldChg>
      <pc:sldChg chg="del">
        <pc:chgData name="진주 김" userId="b7ca9863247fd854" providerId="LiveId" clId="{F5FA52D0-9AA9-4A58-8DD5-5B5C33A3442F}" dt="2026-06-05T02:18:40.784" v="944" actId="47"/>
        <pc:sldMkLst>
          <pc:docMk/>
          <pc:sldMk cId="231811918" sldId="667"/>
        </pc:sldMkLst>
      </pc:sldChg>
      <pc:sldChg chg="del">
        <pc:chgData name="진주 김" userId="b7ca9863247fd854" providerId="LiveId" clId="{F5FA52D0-9AA9-4A58-8DD5-5B5C33A3442F}" dt="2026-06-05T02:18:40.979" v="945" actId="47"/>
        <pc:sldMkLst>
          <pc:docMk/>
          <pc:sldMk cId="4288785167" sldId="668"/>
        </pc:sldMkLst>
      </pc:sldChg>
      <pc:sldChg chg="del">
        <pc:chgData name="진주 김" userId="b7ca9863247fd854" providerId="LiveId" clId="{F5FA52D0-9AA9-4A58-8DD5-5B5C33A3442F}" dt="2026-06-05T02:18:41.153" v="946" actId="47"/>
        <pc:sldMkLst>
          <pc:docMk/>
          <pc:sldMk cId="1467986426" sldId="669"/>
        </pc:sldMkLst>
      </pc:sldChg>
      <pc:sldChg chg="del">
        <pc:chgData name="진주 김" userId="b7ca9863247fd854" providerId="LiveId" clId="{F5FA52D0-9AA9-4A58-8DD5-5B5C33A3442F}" dt="2026-06-05T02:18:41.345" v="947" actId="47"/>
        <pc:sldMkLst>
          <pc:docMk/>
          <pc:sldMk cId="4151457686" sldId="670"/>
        </pc:sldMkLst>
      </pc:sldChg>
      <pc:sldChg chg="del">
        <pc:chgData name="진주 김" userId="b7ca9863247fd854" providerId="LiveId" clId="{F5FA52D0-9AA9-4A58-8DD5-5B5C33A3442F}" dt="2026-06-05T02:18:41.546" v="948" actId="47"/>
        <pc:sldMkLst>
          <pc:docMk/>
          <pc:sldMk cId="2970529575" sldId="671"/>
        </pc:sldMkLst>
      </pc:sldChg>
      <pc:sldChg chg="del">
        <pc:chgData name="진주 김" userId="b7ca9863247fd854" providerId="LiveId" clId="{F5FA52D0-9AA9-4A58-8DD5-5B5C33A3442F}" dt="2026-06-05T02:18:41.757" v="949" actId="47"/>
        <pc:sldMkLst>
          <pc:docMk/>
          <pc:sldMk cId="4081353059" sldId="672"/>
        </pc:sldMkLst>
      </pc:sldChg>
      <pc:sldChg chg="del">
        <pc:chgData name="진주 김" userId="b7ca9863247fd854" providerId="LiveId" clId="{F5FA52D0-9AA9-4A58-8DD5-5B5C33A3442F}" dt="2026-06-05T02:18:41.945" v="950" actId="47"/>
        <pc:sldMkLst>
          <pc:docMk/>
          <pc:sldMk cId="1536016126" sldId="673"/>
        </pc:sldMkLst>
      </pc:sldChg>
      <pc:sldChg chg="del">
        <pc:chgData name="진주 김" userId="b7ca9863247fd854" providerId="LiveId" clId="{F5FA52D0-9AA9-4A58-8DD5-5B5C33A3442F}" dt="2026-06-05T02:18:42.150" v="951" actId="47"/>
        <pc:sldMkLst>
          <pc:docMk/>
          <pc:sldMk cId="2705091604" sldId="674"/>
        </pc:sldMkLst>
      </pc:sldChg>
      <pc:sldChg chg="del">
        <pc:chgData name="진주 김" userId="b7ca9863247fd854" providerId="LiveId" clId="{F5FA52D0-9AA9-4A58-8DD5-5B5C33A3442F}" dt="2026-06-05T02:18:42.344" v="952" actId="47"/>
        <pc:sldMkLst>
          <pc:docMk/>
          <pc:sldMk cId="3596052215" sldId="675"/>
        </pc:sldMkLst>
      </pc:sldChg>
      <pc:sldChg chg="del">
        <pc:chgData name="진주 김" userId="b7ca9863247fd854" providerId="LiveId" clId="{F5FA52D0-9AA9-4A58-8DD5-5B5C33A3442F}" dt="2026-06-05T02:18:42.552" v="953" actId="47"/>
        <pc:sldMkLst>
          <pc:docMk/>
          <pc:sldMk cId="2664753060" sldId="676"/>
        </pc:sldMkLst>
      </pc:sldChg>
      <pc:sldChg chg="del">
        <pc:chgData name="진주 김" userId="b7ca9863247fd854" providerId="LiveId" clId="{F5FA52D0-9AA9-4A58-8DD5-5B5C33A3442F}" dt="2026-06-05T02:18:42.750" v="954" actId="47"/>
        <pc:sldMkLst>
          <pc:docMk/>
          <pc:sldMk cId="1715262283" sldId="677"/>
        </pc:sldMkLst>
      </pc:sldChg>
      <pc:sldChg chg="del">
        <pc:chgData name="진주 김" userId="b7ca9863247fd854" providerId="LiveId" clId="{F5FA52D0-9AA9-4A58-8DD5-5B5C33A3442F}" dt="2026-06-05T02:18:42.957" v="955" actId="47"/>
        <pc:sldMkLst>
          <pc:docMk/>
          <pc:sldMk cId="2145663128" sldId="678"/>
        </pc:sldMkLst>
      </pc:sldChg>
      <pc:sldChg chg="del">
        <pc:chgData name="진주 김" userId="b7ca9863247fd854" providerId="LiveId" clId="{F5FA52D0-9AA9-4A58-8DD5-5B5C33A3442F}" dt="2026-06-05T02:18:43.163" v="956" actId="47"/>
        <pc:sldMkLst>
          <pc:docMk/>
          <pc:sldMk cId="101694981" sldId="679"/>
        </pc:sldMkLst>
      </pc:sldChg>
      <pc:sldChg chg="del">
        <pc:chgData name="진주 김" userId="b7ca9863247fd854" providerId="LiveId" clId="{F5FA52D0-9AA9-4A58-8DD5-5B5C33A3442F}" dt="2026-06-05T02:18:43.370" v="957" actId="47"/>
        <pc:sldMkLst>
          <pc:docMk/>
          <pc:sldMk cId="2489483680" sldId="680"/>
        </pc:sldMkLst>
      </pc:sldChg>
      <pc:sldChg chg="del">
        <pc:chgData name="진주 김" userId="b7ca9863247fd854" providerId="LiveId" clId="{F5FA52D0-9AA9-4A58-8DD5-5B5C33A3442F}" dt="2026-06-05T02:18:43.557" v="958" actId="47"/>
        <pc:sldMkLst>
          <pc:docMk/>
          <pc:sldMk cId="541181055" sldId="681"/>
        </pc:sldMkLst>
      </pc:sldChg>
      <pc:sldChg chg="del">
        <pc:chgData name="진주 김" userId="b7ca9863247fd854" providerId="LiveId" clId="{F5FA52D0-9AA9-4A58-8DD5-5B5C33A3442F}" dt="2026-06-05T02:18:43.760" v="959" actId="47"/>
        <pc:sldMkLst>
          <pc:docMk/>
          <pc:sldMk cId="1977079582" sldId="682"/>
        </pc:sldMkLst>
      </pc:sldChg>
      <pc:sldChg chg="del">
        <pc:chgData name="진주 김" userId="b7ca9863247fd854" providerId="LiveId" clId="{F5FA52D0-9AA9-4A58-8DD5-5B5C33A3442F}" dt="2026-06-05T02:18:43.965" v="960" actId="47"/>
        <pc:sldMkLst>
          <pc:docMk/>
          <pc:sldMk cId="2984464986" sldId="683"/>
        </pc:sldMkLst>
      </pc:sldChg>
      <pc:sldChg chg="del">
        <pc:chgData name="진주 김" userId="b7ca9863247fd854" providerId="LiveId" clId="{F5FA52D0-9AA9-4A58-8DD5-5B5C33A3442F}" dt="2026-06-05T02:18:44.171" v="961" actId="47"/>
        <pc:sldMkLst>
          <pc:docMk/>
          <pc:sldMk cId="4263935405" sldId="684"/>
        </pc:sldMkLst>
      </pc:sldChg>
      <pc:sldChg chg="del">
        <pc:chgData name="진주 김" userId="b7ca9863247fd854" providerId="LiveId" clId="{F5FA52D0-9AA9-4A58-8DD5-5B5C33A3442F}" dt="2026-06-05T02:18:44.377" v="962" actId="47"/>
        <pc:sldMkLst>
          <pc:docMk/>
          <pc:sldMk cId="2195096492" sldId="685"/>
        </pc:sldMkLst>
      </pc:sldChg>
      <pc:sldChg chg="del">
        <pc:chgData name="진주 김" userId="b7ca9863247fd854" providerId="LiveId" clId="{F5FA52D0-9AA9-4A58-8DD5-5B5C33A3442F}" dt="2026-06-05T02:18:44.583" v="963" actId="47"/>
        <pc:sldMkLst>
          <pc:docMk/>
          <pc:sldMk cId="3549952747" sldId="686"/>
        </pc:sldMkLst>
      </pc:sldChg>
      <pc:sldChg chg="del">
        <pc:chgData name="진주 김" userId="b7ca9863247fd854" providerId="LiveId" clId="{F5FA52D0-9AA9-4A58-8DD5-5B5C33A3442F}" dt="2026-06-05T02:18:44.786" v="964" actId="47"/>
        <pc:sldMkLst>
          <pc:docMk/>
          <pc:sldMk cId="2874762200" sldId="687"/>
        </pc:sldMkLst>
      </pc:sldChg>
      <pc:sldChg chg="del">
        <pc:chgData name="진주 김" userId="b7ca9863247fd854" providerId="LiveId" clId="{F5FA52D0-9AA9-4A58-8DD5-5B5C33A3442F}" dt="2026-06-05T02:18:44.981" v="965" actId="47"/>
        <pc:sldMkLst>
          <pc:docMk/>
          <pc:sldMk cId="3605616372" sldId="688"/>
        </pc:sldMkLst>
      </pc:sldChg>
      <pc:sldChg chg="del">
        <pc:chgData name="진주 김" userId="b7ca9863247fd854" providerId="LiveId" clId="{F5FA52D0-9AA9-4A58-8DD5-5B5C33A3442F}" dt="2026-06-05T02:18:30.534" v="889" actId="47"/>
        <pc:sldMkLst>
          <pc:docMk/>
          <pc:sldMk cId="1815021004" sldId="690"/>
        </pc:sldMkLst>
      </pc:sldChg>
      <pc:sldChg chg="del">
        <pc:chgData name="진주 김" userId="b7ca9863247fd854" providerId="LiveId" clId="{F5FA52D0-9AA9-4A58-8DD5-5B5C33A3442F}" dt="2026-06-05T02:18:31.907" v="897" actId="47"/>
        <pc:sldMkLst>
          <pc:docMk/>
          <pc:sldMk cId="2767887771" sldId="691"/>
        </pc:sldMkLst>
      </pc:sldChg>
      <pc:sldChg chg="del">
        <pc:chgData name="진주 김" userId="b7ca9863247fd854" providerId="LiveId" clId="{F5FA52D0-9AA9-4A58-8DD5-5B5C33A3442F}" dt="2026-06-05T02:18:33.111" v="904" actId="47"/>
        <pc:sldMkLst>
          <pc:docMk/>
          <pc:sldMk cId="1552843218" sldId="693"/>
        </pc:sldMkLst>
      </pc:sldChg>
      <pc:sldChg chg="del">
        <pc:chgData name="진주 김" userId="b7ca9863247fd854" providerId="LiveId" clId="{F5FA52D0-9AA9-4A58-8DD5-5B5C33A3442F}" dt="2026-06-05T02:18:33.309" v="905" actId="47"/>
        <pc:sldMkLst>
          <pc:docMk/>
          <pc:sldMk cId="798071664" sldId="694"/>
        </pc:sldMkLst>
      </pc:sldChg>
      <pc:sldChg chg="del">
        <pc:chgData name="진주 김" userId="b7ca9863247fd854" providerId="LiveId" clId="{F5FA52D0-9AA9-4A58-8DD5-5B5C33A3442F}" dt="2026-06-05T02:18:33.643" v="907" actId="47"/>
        <pc:sldMkLst>
          <pc:docMk/>
          <pc:sldMk cId="3188518754" sldId="695"/>
        </pc:sldMkLst>
      </pc:sldChg>
      <pc:sldChg chg="del">
        <pc:chgData name="진주 김" userId="b7ca9863247fd854" providerId="LiveId" clId="{F5FA52D0-9AA9-4A58-8DD5-5B5C33A3442F}" dt="2026-06-05T02:18:32.241" v="899" actId="47"/>
        <pc:sldMkLst>
          <pc:docMk/>
          <pc:sldMk cId="377312111" sldId="696"/>
        </pc:sldMkLst>
      </pc:sldChg>
      <pc:sldChg chg="del">
        <pc:chgData name="진주 김" userId="b7ca9863247fd854" providerId="LiveId" clId="{F5FA52D0-9AA9-4A58-8DD5-5B5C33A3442F}" dt="2026-06-05T02:18:32.938" v="903" actId="47"/>
        <pc:sldMkLst>
          <pc:docMk/>
          <pc:sldMk cId="3766832803" sldId="697"/>
        </pc:sldMkLst>
      </pc:sldChg>
      <pc:sldChg chg="del">
        <pc:chgData name="진주 김" userId="b7ca9863247fd854" providerId="LiveId" clId="{F5FA52D0-9AA9-4A58-8DD5-5B5C33A3442F}" dt="2026-06-05T02:18:32.764" v="902" actId="47"/>
        <pc:sldMkLst>
          <pc:docMk/>
          <pc:sldMk cId="4003253335" sldId="698"/>
        </pc:sldMkLst>
      </pc:sldChg>
      <pc:sldChg chg="del">
        <pc:chgData name="진주 김" userId="b7ca9863247fd854" providerId="LiveId" clId="{F5FA52D0-9AA9-4A58-8DD5-5B5C33A3442F}" dt="2026-06-05T02:18:31.738" v="896" actId="47"/>
        <pc:sldMkLst>
          <pc:docMk/>
          <pc:sldMk cId="36368378" sldId="699"/>
        </pc:sldMkLst>
      </pc:sldChg>
      <pc:sldChg chg="del">
        <pc:chgData name="진주 김" userId="b7ca9863247fd854" providerId="LiveId" clId="{F5FA52D0-9AA9-4A58-8DD5-5B5C33A3442F}" dt="2026-06-05T02:18:32.058" v="898" actId="47"/>
        <pc:sldMkLst>
          <pc:docMk/>
          <pc:sldMk cId="1449628916" sldId="700"/>
        </pc:sldMkLst>
      </pc:sldChg>
      <pc:sldChg chg="del">
        <pc:chgData name="진주 김" userId="b7ca9863247fd854" providerId="LiveId" clId="{F5FA52D0-9AA9-4A58-8DD5-5B5C33A3442F}" dt="2026-06-05T02:18:32.415" v="900" actId="47"/>
        <pc:sldMkLst>
          <pc:docMk/>
          <pc:sldMk cId="3615338382" sldId="701"/>
        </pc:sldMkLst>
      </pc:sldChg>
      <pc:sldChg chg="del">
        <pc:chgData name="진주 김" userId="b7ca9863247fd854" providerId="LiveId" clId="{F5FA52D0-9AA9-4A58-8DD5-5B5C33A3442F}" dt="2026-06-05T02:18:32.569" v="901" actId="47"/>
        <pc:sldMkLst>
          <pc:docMk/>
          <pc:sldMk cId="1073154470" sldId="702"/>
        </pc:sldMkLst>
      </pc:sldChg>
      <pc:sldChg chg="del">
        <pc:chgData name="진주 김" userId="b7ca9863247fd854" providerId="LiveId" clId="{F5FA52D0-9AA9-4A58-8DD5-5B5C33A3442F}" dt="2026-06-05T02:18:33.463" v="906" actId="47"/>
        <pc:sldMkLst>
          <pc:docMk/>
          <pc:sldMk cId="3947297958" sldId="703"/>
        </pc:sldMkLst>
      </pc:sldChg>
      <pc:sldChg chg="del">
        <pc:chgData name="진주 김" userId="b7ca9863247fd854" providerId="LiveId" clId="{F5FA52D0-9AA9-4A58-8DD5-5B5C33A3442F}" dt="2026-06-05T02:18:33.819" v="908" actId="47"/>
        <pc:sldMkLst>
          <pc:docMk/>
          <pc:sldMk cId="26501071" sldId="704"/>
        </pc:sldMkLst>
      </pc:sldChg>
      <pc:sldChg chg="del">
        <pc:chgData name="진주 김" userId="b7ca9863247fd854" providerId="LiveId" clId="{F5FA52D0-9AA9-4A58-8DD5-5B5C33A3442F}" dt="2026-06-05T02:18:34.006" v="909" actId="47"/>
        <pc:sldMkLst>
          <pc:docMk/>
          <pc:sldMk cId="1217399669" sldId="705"/>
        </pc:sldMkLst>
      </pc:sldChg>
      <pc:sldChg chg="del">
        <pc:chgData name="진주 김" userId="b7ca9863247fd854" providerId="LiveId" clId="{F5FA52D0-9AA9-4A58-8DD5-5B5C33A3442F}" dt="2026-06-05T02:18:45.177" v="966" actId="47"/>
        <pc:sldMkLst>
          <pc:docMk/>
          <pc:sldMk cId="3436820636" sldId="706"/>
        </pc:sldMkLst>
      </pc:sldChg>
      <pc:sldChg chg="del">
        <pc:chgData name="진주 김" userId="b7ca9863247fd854" providerId="LiveId" clId="{F5FA52D0-9AA9-4A58-8DD5-5B5C33A3442F}" dt="2026-06-05T02:18:30.868" v="891" actId="47"/>
        <pc:sldMkLst>
          <pc:docMk/>
          <pc:sldMk cId="1683504010" sldId="707"/>
        </pc:sldMkLst>
      </pc:sldChg>
      <pc:sldChg chg="del">
        <pc:chgData name="진주 김" userId="b7ca9863247fd854" providerId="LiveId" clId="{F5FA52D0-9AA9-4A58-8DD5-5B5C33A3442F}" dt="2026-06-05T02:18:31.218" v="893" actId="47"/>
        <pc:sldMkLst>
          <pc:docMk/>
          <pc:sldMk cId="3222398287" sldId="708"/>
        </pc:sldMkLst>
      </pc:sldChg>
      <pc:sldChg chg="del">
        <pc:chgData name="진주 김" userId="b7ca9863247fd854" providerId="LiveId" clId="{F5FA52D0-9AA9-4A58-8DD5-5B5C33A3442F}" dt="2026-06-05T02:18:31.032" v="892" actId="47"/>
        <pc:sldMkLst>
          <pc:docMk/>
          <pc:sldMk cId="3001562807" sldId="709"/>
        </pc:sldMkLst>
      </pc:sldChg>
      <pc:sldChg chg="del">
        <pc:chgData name="진주 김" userId="b7ca9863247fd854" providerId="LiveId" clId="{F5FA52D0-9AA9-4A58-8DD5-5B5C33A3442F}" dt="2026-06-05T02:18:34.191" v="910" actId="47"/>
        <pc:sldMkLst>
          <pc:docMk/>
          <pc:sldMk cId="1644224357" sldId="710"/>
        </pc:sldMkLst>
      </pc:sldChg>
      <pc:sldChg chg="del">
        <pc:chgData name="진주 김" userId="b7ca9863247fd854" providerId="LiveId" clId="{F5FA52D0-9AA9-4A58-8DD5-5B5C33A3442F}" dt="2026-06-05T02:18:34.380" v="911" actId="47"/>
        <pc:sldMkLst>
          <pc:docMk/>
          <pc:sldMk cId="985095577" sldId="711"/>
        </pc:sldMkLst>
      </pc:sldChg>
      <pc:sldChg chg="del">
        <pc:chgData name="진주 김" userId="b7ca9863247fd854" providerId="LiveId" clId="{F5FA52D0-9AA9-4A58-8DD5-5B5C33A3442F}" dt="2026-06-05T02:18:34.565" v="912" actId="47"/>
        <pc:sldMkLst>
          <pc:docMk/>
          <pc:sldMk cId="1999022319" sldId="712"/>
        </pc:sldMkLst>
      </pc:sldChg>
      <pc:sldChg chg="del">
        <pc:chgData name="진주 김" userId="b7ca9863247fd854" providerId="LiveId" clId="{F5FA52D0-9AA9-4A58-8DD5-5B5C33A3442F}" dt="2026-06-05T02:18:34.756" v="913" actId="47"/>
        <pc:sldMkLst>
          <pc:docMk/>
          <pc:sldMk cId="4239019437" sldId="713"/>
        </pc:sldMkLst>
      </pc:sldChg>
      <pc:sldChg chg="del">
        <pc:chgData name="진주 김" userId="b7ca9863247fd854" providerId="LiveId" clId="{F5FA52D0-9AA9-4A58-8DD5-5B5C33A3442F}" dt="2026-06-05T02:18:34.949" v="914" actId="47"/>
        <pc:sldMkLst>
          <pc:docMk/>
          <pc:sldMk cId="1497915638" sldId="714"/>
        </pc:sldMkLst>
      </pc:sldChg>
      <pc:sldChg chg="del">
        <pc:chgData name="진주 김" userId="b7ca9863247fd854" providerId="LiveId" clId="{F5FA52D0-9AA9-4A58-8DD5-5B5C33A3442F}" dt="2026-06-05T02:18:36.316" v="921" actId="47"/>
        <pc:sldMkLst>
          <pc:docMk/>
          <pc:sldMk cId="2412701434" sldId="715"/>
        </pc:sldMkLst>
      </pc:sldChg>
      <pc:sldChg chg="del">
        <pc:chgData name="진주 김" userId="b7ca9863247fd854" providerId="LiveId" clId="{F5FA52D0-9AA9-4A58-8DD5-5B5C33A3442F}" dt="2026-06-05T02:18:35.147" v="915" actId="47"/>
        <pc:sldMkLst>
          <pc:docMk/>
          <pc:sldMk cId="2981853291" sldId="716"/>
        </pc:sldMkLst>
      </pc:sldChg>
      <pc:sldChg chg="del">
        <pc:chgData name="진주 김" userId="b7ca9863247fd854" providerId="LiveId" clId="{F5FA52D0-9AA9-4A58-8DD5-5B5C33A3442F}" dt="2026-06-05T02:18:31.380" v="894" actId="47"/>
        <pc:sldMkLst>
          <pc:docMk/>
          <pc:sldMk cId="1291670268" sldId="718"/>
        </pc:sldMkLst>
      </pc:sldChg>
      <pc:sldChg chg="del">
        <pc:chgData name="진주 김" userId="b7ca9863247fd854" providerId="LiveId" clId="{F5FA52D0-9AA9-4A58-8DD5-5B5C33A3442F}" dt="2026-06-05T02:18:31.546" v="895" actId="47"/>
        <pc:sldMkLst>
          <pc:docMk/>
          <pc:sldMk cId="1338393503" sldId="719"/>
        </pc:sldMkLst>
      </pc:sldChg>
      <pc:sldChg chg="del">
        <pc:chgData name="진주 김" userId="b7ca9863247fd854" providerId="LiveId" clId="{F5FA52D0-9AA9-4A58-8DD5-5B5C33A3442F}" dt="2026-06-05T02:18:35.350" v="916" actId="47"/>
        <pc:sldMkLst>
          <pc:docMk/>
          <pc:sldMk cId="2071386380" sldId="720"/>
        </pc:sldMkLst>
      </pc:sldChg>
      <pc:sldChg chg="del">
        <pc:chgData name="진주 김" userId="b7ca9863247fd854" providerId="LiveId" clId="{F5FA52D0-9AA9-4A58-8DD5-5B5C33A3442F}" dt="2026-06-05T02:18:35.534" v="917" actId="47"/>
        <pc:sldMkLst>
          <pc:docMk/>
          <pc:sldMk cId="2888469529" sldId="721"/>
        </pc:sldMkLst>
      </pc:sldChg>
      <pc:sldChg chg="del">
        <pc:chgData name="진주 김" userId="b7ca9863247fd854" providerId="LiveId" clId="{F5FA52D0-9AA9-4A58-8DD5-5B5C33A3442F}" dt="2026-06-05T02:18:35.730" v="918" actId="47"/>
        <pc:sldMkLst>
          <pc:docMk/>
          <pc:sldMk cId="3349221159" sldId="722"/>
        </pc:sldMkLst>
      </pc:sldChg>
      <pc:sldChg chg="del">
        <pc:chgData name="진주 김" userId="b7ca9863247fd854" providerId="LiveId" clId="{F5FA52D0-9AA9-4A58-8DD5-5B5C33A3442F}" dt="2026-06-05T02:18:36.111" v="920" actId="47"/>
        <pc:sldMkLst>
          <pc:docMk/>
          <pc:sldMk cId="2218951551" sldId="723"/>
        </pc:sldMkLst>
      </pc:sldChg>
      <pc:sldChg chg="del">
        <pc:chgData name="진주 김" userId="b7ca9863247fd854" providerId="LiveId" clId="{F5FA52D0-9AA9-4A58-8DD5-5B5C33A3442F}" dt="2026-06-05T02:18:35.941" v="919" actId="47"/>
        <pc:sldMkLst>
          <pc:docMk/>
          <pc:sldMk cId="2180189390" sldId="724"/>
        </pc:sldMkLst>
      </pc:sldChg>
      <pc:sldChg chg="add del">
        <pc:chgData name="진주 김" userId="b7ca9863247fd854" providerId="LiveId" clId="{F5FA52D0-9AA9-4A58-8DD5-5B5C33A3442F}" dt="2026-06-05T02:15:35.449" v="550" actId="2696"/>
        <pc:sldMkLst>
          <pc:docMk/>
          <pc:sldMk cId="779583433" sldId="725"/>
        </pc:sldMkLst>
      </pc:sldChg>
      <pc:sldChg chg="addSp delSp modSp add mod ord">
        <pc:chgData name="진주 김" userId="b7ca9863247fd854" providerId="LiveId" clId="{F5FA52D0-9AA9-4A58-8DD5-5B5C33A3442F}" dt="2026-06-05T02:18:03.306" v="873" actId="20577"/>
        <pc:sldMkLst>
          <pc:docMk/>
          <pc:sldMk cId="939201068" sldId="725"/>
        </pc:sldMkLst>
        <pc:spChg chg="del">
          <ac:chgData name="진주 김" userId="b7ca9863247fd854" providerId="LiveId" clId="{F5FA52D0-9AA9-4A58-8DD5-5B5C33A3442F}" dt="2026-06-05T02:17:13.237" v="813" actId="478"/>
          <ac:spMkLst>
            <pc:docMk/>
            <pc:sldMk cId="939201068" sldId="725"/>
            <ac:spMk id="2" creationId="{EF61B076-2AD2-E083-696E-5E4FB22073D3}"/>
          </ac:spMkLst>
        </pc:spChg>
        <pc:spChg chg="del">
          <ac:chgData name="진주 김" userId="b7ca9863247fd854" providerId="LiveId" clId="{F5FA52D0-9AA9-4A58-8DD5-5B5C33A3442F}" dt="2026-06-05T02:17:14.425" v="814" actId="478"/>
          <ac:spMkLst>
            <pc:docMk/>
            <pc:sldMk cId="939201068" sldId="725"/>
            <ac:spMk id="3" creationId="{BB902AB5-C10D-31A5-FA21-BF15D9130D81}"/>
          </ac:spMkLst>
        </pc:spChg>
        <pc:spChg chg="mod">
          <ac:chgData name="진주 김" userId="b7ca9863247fd854" providerId="LiveId" clId="{F5FA52D0-9AA9-4A58-8DD5-5B5C33A3442F}" dt="2026-06-05T02:17:56.713" v="863" actId="20577"/>
          <ac:spMkLst>
            <pc:docMk/>
            <pc:sldMk cId="939201068" sldId="725"/>
            <ac:spMk id="5" creationId="{2E4295DE-3CAF-D36E-8162-E6D279AE6433}"/>
          </ac:spMkLst>
        </pc:spChg>
        <pc:spChg chg="del">
          <ac:chgData name="진주 김" userId="b7ca9863247fd854" providerId="LiveId" clId="{F5FA52D0-9AA9-4A58-8DD5-5B5C33A3442F}" dt="2026-06-05T02:17:49.159" v="860" actId="478"/>
          <ac:spMkLst>
            <pc:docMk/>
            <pc:sldMk cId="939201068" sldId="725"/>
            <ac:spMk id="7" creationId="{BEF8ECB4-A5C4-DF25-039A-8A9E5AE9DBB3}"/>
          </ac:spMkLst>
        </pc:spChg>
        <pc:spChg chg="add mod">
          <ac:chgData name="진주 김" userId="b7ca9863247fd854" providerId="LiveId" clId="{F5FA52D0-9AA9-4A58-8DD5-5B5C33A3442F}" dt="2026-06-05T02:18:03.306" v="873" actId="20577"/>
          <ac:spMkLst>
            <pc:docMk/>
            <pc:sldMk cId="939201068" sldId="725"/>
            <ac:spMk id="8" creationId="{A0CAA6D3-4DFA-5BF5-8516-D1E411390D4F}"/>
          </ac:spMkLst>
        </pc:spChg>
        <pc:spChg chg="mod">
          <ac:chgData name="진주 김" userId="b7ca9863247fd854" providerId="LiveId" clId="{F5FA52D0-9AA9-4A58-8DD5-5B5C33A3442F}" dt="2026-06-05T02:17:11.867" v="812" actId="20577"/>
          <ac:spMkLst>
            <pc:docMk/>
            <pc:sldMk cId="939201068" sldId="725"/>
            <ac:spMk id="9" creationId="{0ACA87CD-4324-98E9-2A3F-7E9843303FC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290499-B0E0-4FC3-9F45-28EC0C2DBC71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1884B-BDBF-4C0B-B56A-8C57EB6AD6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641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2E6A96-1C1D-B642-55F4-C55A16411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10BE49-E64F-EE11-F2FE-2B5A5D818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1D4750-6DD5-4B07-D785-B6D44410B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540CFD-A91D-A53B-5E13-E87C25497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90DE53-81A2-BF64-0A73-F9E797AD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79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27D71-049E-CC08-0476-245C6BC0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8C4F43-AD23-D83D-D89D-7DCBBC057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BE1CBF-EBC8-0BA9-69A9-CB8A3776E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66B3DF-3B55-13A6-EDA5-A4CEC7604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E9D77-DD8A-B388-A41A-AB843BB91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62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CFD9D-863F-CAA5-7632-405364A8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7BD133-1959-86C7-2C04-93406893C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7D3A79-C1B7-C732-FDC6-74DDB5EA4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DE46E1-0297-2555-9AB3-E533613A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CE01ED-89AC-7102-8D2D-CC426532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83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A341C-9392-E721-E5AC-6CC7DA7E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13FD09-3DD4-27CC-7E1C-56F8D4A7B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D531D5-9C65-4B07-E750-ADEE0B82E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CFD879-0128-DCF3-3C82-18671560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CA9DA5-49DC-5BA4-17DF-F205CDCC1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D8720-AA36-50AA-0EA8-A98FC550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000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76366-06A6-BFDB-A28F-AD2059D3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75C148-FA45-8F09-5A3C-43A7F0E7B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6B7E2E-C37F-BD70-E4F1-97B9B2B66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F6CC48-4666-CC96-7560-F423009B0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CA9624-1B84-720C-6BAB-860796C5A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71F137-42E4-1605-E4DE-C95DAC02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4775971-769E-37B0-7961-BF8EE1A92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3ABDCBF-FDE1-B553-DB63-40E0CC7B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A9593F-153F-3CBC-A027-0AA8F385A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D8710DC-1C9A-AF24-1A7A-46514865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981593-8CDF-852A-8E63-D732F2CA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ADFA77-694C-B840-E947-2CA4B02F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006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47C56B5-888C-FA70-439D-5C831CB50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7EACC3F-FB90-B5CB-957F-E53D8BF1D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DAAABE-B73E-6494-5BDC-A751FD341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52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B6DDE-ECB1-D46E-9D45-DEC11C005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C364E-6846-A57F-FAA6-A8CDF165F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DF6EEB-46AA-2F55-D1DE-A2BC4304B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A7ECDE-30E7-8CC1-154E-78058C361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9B5765-4F44-50F8-C706-6D922D6CB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A4A08F-EA88-6A61-FE03-DDA1ED6E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00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31814-FCAF-88BB-91A3-F888B89DE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3A475F1-A163-1BBA-816D-BA7CE5553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D1648E-E7F4-43D3-4DD3-27A504B45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585421-94DB-8E0F-FCE7-4128B829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CAA55F-B569-C400-7685-78ABB98E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362998-4F9E-6DEB-6FB5-52AB769F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06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110A7-BFE7-9273-FDE2-C9D8448CD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9FAEEE-0E05-1254-8BCE-CDCA4B9B5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83D7BD-0754-8D8E-4E5A-22CD4A69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F0C5D8-2AB4-5850-ED36-F801FF0D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90BFCB-CB9F-BF57-2F88-92ABC5FF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454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8EBF93-BD0E-7E12-B94E-FE456648B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2C9DD6-A7DF-1C51-F7CA-E3F8CECA0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6BF9D2-02BE-116B-D8DB-166B88DE7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4F9-9D84-42D1-B002-3633BC0ECDE6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0C8371-FA3D-B54C-7B54-C474CA14D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BD9C41-06BD-D93D-19DE-D617CF10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904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7F98B8-DE46-07C8-980F-1CDF10F59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101596-0CD7-54F0-6F1D-708D0D0B1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69897A-D5BE-C541-D426-84E0987DD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F764F9-9D84-42D1-B002-3633BC0ECDE6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C7944-3FE1-20F3-8514-C50117E52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9CB18C-76E8-AEA3-222A-7DEB87630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7E2C7-5C27-46C3-B959-2E7A67D17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249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B20104-CF85-B85C-F852-71DB4F44C6C3}"/>
              </a:ext>
            </a:extLst>
          </p:cNvPr>
          <p:cNvSpPr txBox="1"/>
          <p:nvPr/>
        </p:nvSpPr>
        <p:spPr>
          <a:xfrm>
            <a:off x="2637311" y="2462335"/>
            <a:ext cx="69173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rgbClr val="142C6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Homework</a:t>
            </a:r>
            <a:endParaRPr lang="ko-KR" altLang="en-US" sz="4400" dirty="0">
              <a:solidFill>
                <a:srgbClr val="142C6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B4A0D8-FAB6-520F-33EF-49B234A206BF}"/>
              </a:ext>
            </a:extLst>
          </p:cNvPr>
          <p:cNvSpPr txBox="1"/>
          <p:nvPr/>
        </p:nvSpPr>
        <p:spPr>
          <a:xfrm>
            <a:off x="2637311" y="3626225"/>
            <a:ext cx="6917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김진주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24032-1359-A4C1-BC0C-E9A12D148EC7}"/>
              </a:ext>
            </a:extLst>
          </p:cNvPr>
          <p:cNvSpPr txBox="1"/>
          <p:nvPr/>
        </p:nvSpPr>
        <p:spPr>
          <a:xfrm>
            <a:off x="9066811" y="321499"/>
            <a:ext cx="28733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국립금오공과대학교 산업빅데이터공학부</a:t>
            </a:r>
          </a:p>
        </p:txBody>
      </p:sp>
    </p:spTree>
    <p:extLst>
      <p:ext uri="{BB962C8B-B14F-4D97-AF65-F5344CB8AC3E}">
        <p14:creationId xmlns:p14="http://schemas.microsoft.com/office/powerpoint/2010/main" val="299683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B2F0C-DA5C-791B-7F6D-DC35F77E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F0DE9F65-E8E4-F7D3-2AA0-8A447C0BAC12}"/>
              </a:ext>
            </a:extLst>
          </p:cNvPr>
          <p:cNvGrpSpPr/>
          <p:nvPr/>
        </p:nvGrpSpPr>
        <p:grpSpPr>
          <a:xfrm>
            <a:off x="305273" y="-95002"/>
            <a:ext cx="558140" cy="1448790"/>
            <a:chOff x="305273" y="-95002"/>
            <a:chExt cx="558140" cy="144879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5DE34FA-26CB-9413-543F-E7C1C2A05B07}"/>
                </a:ext>
              </a:extLst>
            </p:cNvPr>
            <p:cNvSpPr/>
            <p:nvPr/>
          </p:nvSpPr>
          <p:spPr>
            <a:xfrm>
              <a:off x="330251" y="-95002"/>
              <a:ext cx="508185" cy="1448790"/>
            </a:xfrm>
            <a:prstGeom prst="roundRect">
              <a:avLst/>
            </a:prstGeom>
            <a:solidFill>
              <a:srgbClr val="142C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D320F15-55F5-B8F5-F33D-8947CB414E74}"/>
                </a:ext>
              </a:extLst>
            </p:cNvPr>
            <p:cNvSpPr txBox="1"/>
            <p:nvPr/>
          </p:nvSpPr>
          <p:spPr>
            <a:xfrm>
              <a:off x="305273" y="966642"/>
              <a:ext cx="558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01</a:t>
              </a:r>
              <a:endParaRPr lang="ko-KR" altLang="en-US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16EADBA-98A9-1486-BA84-9E44D9FF96A7}"/>
              </a:ext>
            </a:extLst>
          </p:cNvPr>
          <p:cNvSpPr txBox="1"/>
          <p:nvPr/>
        </p:nvSpPr>
        <p:spPr>
          <a:xfrm>
            <a:off x="838437" y="909937"/>
            <a:ext cx="10185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Smart Logistics Delay Control Agent</a:t>
            </a:r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EA7450A-1DAB-C7CA-67D6-87B1D6FEB8CB}"/>
              </a:ext>
            </a:extLst>
          </p:cNvPr>
          <p:cNvCxnSpPr/>
          <p:nvPr/>
        </p:nvCxnSpPr>
        <p:spPr>
          <a:xfrm>
            <a:off x="334963" y="6334618"/>
            <a:ext cx="1152207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6A78B7-079C-F124-CC9F-C5E9BFC12F94}"/>
              </a:ext>
            </a:extLst>
          </p:cNvPr>
          <p:cNvSpPr txBox="1"/>
          <p:nvPr/>
        </p:nvSpPr>
        <p:spPr>
          <a:xfrm>
            <a:off x="305273" y="6316804"/>
            <a:ext cx="691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02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2F0198-490C-A52F-8AB2-379C766518F3}"/>
              </a:ext>
            </a:extLst>
          </p:cNvPr>
          <p:cNvSpPr txBox="1"/>
          <p:nvPr/>
        </p:nvSpPr>
        <p:spPr>
          <a:xfrm>
            <a:off x="4969350" y="6316804"/>
            <a:ext cx="691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110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B849E6-536A-BD0E-6B14-2154BCA81271}"/>
              </a:ext>
            </a:extLst>
          </p:cNvPr>
          <p:cNvSpPr txBox="1"/>
          <p:nvPr/>
        </p:nvSpPr>
        <p:spPr>
          <a:xfrm>
            <a:off x="935353" y="2207776"/>
            <a:ext cx="99913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기존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지연이 이미 발생한 뒤에 확인하고 대응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결과 확인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고객 문의 대응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사후 조치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단순 예측 모델만으로는 의사결정 부족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LLM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만 사용하는 방식은 신뢰성이 낮다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. </a:t>
            </a:r>
          </a:p>
        </p:txBody>
      </p:sp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458386DF-A951-02DA-BFCA-F2DDA8CC25D9}"/>
              </a:ext>
            </a:extLst>
          </p:cNvPr>
          <p:cNvSpPr/>
          <p:nvPr/>
        </p:nvSpPr>
        <p:spPr>
          <a:xfrm>
            <a:off x="5435600" y="3500438"/>
            <a:ext cx="660400" cy="46166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7BE22F-4679-28B7-4C99-3A37B7B2B777}"/>
              </a:ext>
            </a:extLst>
          </p:cNvPr>
          <p:cNvSpPr txBox="1"/>
          <p:nvPr/>
        </p:nvSpPr>
        <p:spPr>
          <a:xfrm>
            <a:off x="1032270" y="4428276"/>
            <a:ext cx="9991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배송 지연 예측만 수행하는 것이 아니라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예측 결과를 기반으로 물류 제어 행동까지 추천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85265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61C4E-7047-F62F-9C1D-6C423BADC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D9AC89A-934F-1A76-F005-DF05854953E0}"/>
              </a:ext>
            </a:extLst>
          </p:cNvPr>
          <p:cNvSpPr txBox="1"/>
          <p:nvPr/>
        </p:nvSpPr>
        <p:spPr>
          <a:xfrm>
            <a:off x="9066811" y="321499"/>
            <a:ext cx="28733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국립금오공과대학교 산업빅데이터공학부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2B1532-7B62-BF6B-0CB4-F4F20C943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434" y="720943"/>
            <a:ext cx="8801100" cy="555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869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7B7BC-9C30-7A41-6AD3-00AD92126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675DDAF6-F0D5-F069-6EFF-71D61C26EC46}"/>
              </a:ext>
            </a:extLst>
          </p:cNvPr>
          <p:cNvGrpSpPr/>
          <p:nvPr/>
        </p:nvGrpSpPr>
        <p:grpSpPr>
          <a:xfrm>
            <a:off x="305273" y="-95002"/>
            <a:ext cx="558140" cy="1448790"/>
            <a:chOff x="305273" y="-95002"/>
            <a:chExt cx="558140" cy="144879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3C9E05F9-CE4B-6C92-A1AD-EC3E8A5F4240}"/>
                </a:ext>
              </a:extLst>
            </p:cNvPr>
            <p:cNvSpPr/>
            <p:nvPr/>
          </p:nvSpPr>
          <p:spPr>
            <a:xfrm>
              <a:off x="330251" y="-95002"/>
              <a:ext cx="508185" cy="1448790"/>
            </a:xfrm>
            <a:prstGeom prst="roundRect">
              <a:avLst/>
            </a:prstGeom>
            <a:solidFill>
              <a:srgbClr val="142C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4295DE-3CAF-D36E-8162-E6D279AE6433}"/>
                </a:ext>
              </a:extLst>
            </p:cNvPr>
            <p:cNvSpPr txBox="1"/>
            <p:nvPr/>
          </p:nvSpPr>
          <p:spPr>
            <a:xfrm>
              <a:off x="305273" y="966642"/>
              <a:ext cx="558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02</a:t>
              </a:r>
              <a:endParaRPr lang="ko-KR" altLang="en-US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74638D9-22D9-906A-2359-6C825BC59AC0}"/>
              </a:ext>
            </a:extLst>
          </p:cNvPr>
          <p:cNvCxnSpPr/>
          <p:nvPr/>
        </p:nvCxnSpPr>
        <p:spPr>
          <a:xfrm>
            <a:off x="334963" y="6334618"/>
            <a:ext cx="1152207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63E3E6-8E63-E78A-FA93-04C2336EE292}"/>
              </a:ext>
            </a:extLst>
          </p:cNvPr>
          <p:cNvSpPr txBox="1"/>
          <p:nvPr/>
        </p:nvSpPr>
        <p:spPr>
          <a:xfrm>
            <a:off x="305273" y="6316804"/>
            <a:ext cx="691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02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ㅣ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2AD069-FE16-99F7-3A71-4209300E1BC7}"/>
              </a:ext>
            </a:extLst>
          </p:cNvPr>
          <p:cNvSpPr txBox="1"/>
          <p:nvPr/>
        </p:nvSpPr>
        <p:spPr>
          <a:xfrm>
            <a:off x="4969350" y="6316804"/>
            <a:ext cx="6917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110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CA87CD-4324-98E9-2A3F-7E9843303FCE}"/>
              </a:ext>
            </a:extLst>
          </p:cNvPr>
          <p:cNvSpPr txBox="1"/>
          <p:nvPr/>
        </p:nvSpPr>
        <p:spPr>
          <a:xfrm>
            <a:off x="935353" y="2207776"/>
            <a:ext cx="99913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1 LLM + 2SLM +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LangGraph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로 예측과 제어를 연결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고위험 주문을 식별하고 물류 담당자의 의사결정을 지원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더 많은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fine-tuning data,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비용 기반 최적화가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  <a:sym typeface="Wingdings" panose="05000000000000000000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AA6D3-4DFA-5BF5-8516-D1E411390D4F}"/>
              </a:ext>
            </a:extLst>
          </p:cNvPr>
          <p:cNvSpPr txBox="1"/>
          <p:nvPr/>
        </p:nvSpPr>
        <p:spPr>
          <a:xfrm>
            <a:off x="838437" y="909937"/>
            <a:ext cx="10185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Conclusion</a:t>
            </a:r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920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12856</TotalTime>
  <Words>126</Words>
  <Application>Microsoft Office PowerPoint</Application>
  <PresentationFormat>와이드스크린</PresentationFormat>
  <Paragraphs>19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Wingdings</vt:lpstr>
      <vt:lpstr>나눔고딕 ExtraBold</vt:lpstr>
      <vt:lpstr>Arial</vt:lpstr>
      <vt:lpstr>나눔고딕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남유현</dc:creator>
  <cp:lastModifiedBy>진주 김</cp:lastModifiedBy>
  <cp:revision>58</cp:revision>
  <dcterms:created xsi:type="dcterms:W3CDTF">2025-10-27T06:22:26Z</dcterms:created>
  <dcterms:modified xsi:type="dcterms:W3CDTF">2026-06-05T02:18:45Z</dcterms:modified>
</cp:coreProperties>
</file>