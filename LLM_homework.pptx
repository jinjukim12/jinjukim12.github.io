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"/>
  </p:notesMasterIdLst>
  <p:sldIdLst>
    <p:sldId id="256" r:id="rId2"/>
    <p:sldId id="378" r:id="rId3"/>
    <p:sldId id="442" r:id="rId4"/>
    <p:sldId id="564" r:id="rId5"/>
    <p:sldId id="565" r:id="rId6"/>
  </p:sldIdLst>
  <p:sldSz cx="12192000" cy="6858000"/>
  <p:notesSz cx="6858000" cy="9144000"/>
  <p:embeddedFontLst>
    <p:embeddedFont>
      <p:font typeface="나눔고딕" panose="020D0604000000000000" pitchFamily="50" charset="-127"/>
      <p:regular r:id="rId8"/>
      <p:bold r:id="rId9"/>
    </p:embeddedFont>
    <p:embeddedFont>
      <p:font typeface="나눔고딕 ExtraBold" panose="020D0904000000000000" pitchFamily="50" charset="-127"/>
      <p:bold r:id="rId10"/>
    </p:embeddedFont>
    <p:embeddedFont>
      <p:font typeface="맑은 고딕" panose="020B0503020000020004" pitchFamily="50" charset="-127"/>
      <p:regular r:id="rId11"/>
      <p:bold r:id="rId12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7469" userDrawn="1">
          <p15:clr>
            <a:srgbClr val="A4A3A4"/>
          </p15:clr>
        </p15:guide>
        <p15:guide id="4" pos="234" userDrawn="1">
          <p15:clr>
            <a:srgbClr val="A4A3A4"/>
          </p15:clr>
        </p15:guide>
        <p15:guide id="5" orient="horz" pos="232" userDrawn="1">
          <p15:clr>
            <a:srgbClr val="A4A3A4"/>
          </p15:clr>
        </p15:guide>
        <p15:guide id="6" orient="horz" pos="40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BAB"/>
    <a:srgbClr val="000000"/>
    <a:srgbClr val="BEE1FF"/>
    <a:srgbClr val="3265D6"/>
    <a:srgbClr val="CFDBF5"/>
    <a:srgbClr val="698EE1"/>
    <a:srgbClr val="224CAA"/>
    <a:srgbClr val="142C62"/>
    <a:srgbClr val="3065D5"/>
    <a:srgbClr val="0000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43C8BE-D060-469B-B02E-D48DB97F701D}" v="14" dt="2026-04-05T10:28:22.947"/>
  </p1510:revLst>
</p1510:revInfo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71" autoAdjust="0"/>
    <p:restoredTop sz="96242" autoAdjust="0"/>
  </p:normalViewPr>
  <p:slideViewPr>
    <p:cSldViewPr snapToGrid="0">
      <p:cViewPr varScale="1">
        <p:scale>
          <a:sx n="107" d="100"/>
          <a:sy n="107" d="100"/>
        </p:scale>
        <p:origin x="606" y="120"/>
      </p:cViewPr>
      <p:guideLst>
        <p:guide orient="horz" pos="2205"/>
        <p:guide pos="3840"/>
        <p:guide pos="7469"/>
        <p:guide pos="234"/>
        <p:guide orient="horz" pos="232"/>
        <p:guide orient="horz" pos="408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진주 김" userId="b7ca9863247fd854" providerId="LiveId" clId="{F5FA52D0-9AA9-4A58-8DD5-5B5C33A3442F}"/>
    <pc:docChg chg="undo custSel addSld delSld modSld">
      <pc:chgData name="진주 김" userId="b7ca9863247fd854" providerId="LiveId" clId="{F5FA52D0-9AA9-4A58-8DD5-5B5C33A3442F}" dt="2026-04-06T02:07:13.151" v="4151" actId="2085"/>
      <pc:docMkLst>
        <pc:docMk/>
      </pc:docMkLst>
      <pc:sldChg chg="modSp mod">
        <pc:chgData name="진주 김" userId="b7ca9863247fd854" providerId="LiveId" clId="{F5FA52D0-9AA9-4A58-8DD5-5B5C33A3442F}" dt="2026-04-06T02:06:42.294" v="4147" actId="20577"/>
        <pc:sldMkLst>
          <pc:docMk/>
          <pc:sldMk cId="2996839249" sldId="256"/>
        </pc:sldMkLst>
        <pc:spChg chg="mod">
          <ac:chgData name="진주 김" userId="b7ca9863247fd854" providerId="LiveId" clId="{F5FA52D0-9AA9-4A58-8DD5-5B5C33A3442F}" dt="2026-04-06T02:06:42.294" v="4147" actId="20577"/>
          <ac:spMkLst>
            <pc:docMk/>
            <pc:sldMk cId="2996839249" sldId="256"/>
            <ac:spMk id="4" creationId="{3EB20104-CF85-B85C-F852-71DB4F44C6C3}"/>
          </ac:spMkLst>
        </pc:spChg>
      </pc:sldChg>
      <pc:sldChg chg="addSp delSp modSp mod setBg">
        <pc:chgData name="진주 김" userId="b7ca9863247fd854" providerId="LiveId" clId="{F5FA52D0-9AA9-4A58-8DD5-5B5C33A3442F}" dt="2026-04-05T10:17:24.059" v="2271" actId="1076"/>
        <pc:sldMkLst>
          <pc:docMk/>
          <pc:sldMk cId="1202215572" sldId="378"/>
        </pc:sldMkLst>
        <pc:spChg chg="del">
          <ac:chgData name="진주 김" userId="b7ca9863247fd854" providerId="LiveId" clId="{F5FA52D0-9AA9-4A58-8DD5-5B5C33A3442F}" dt="2026-04-05T07:40:03.832" v="114" actId="478"/>
          <ac:spMkLst>
            <pc:docMk/>
            <pc:sldMk cId="1202215572" sldId="378"/>
            <ac:spMk id="3" creationId="{07D5AAF4-3DEF-35D0-48DA-553993BB8108}"/>
          </ac:spMkLst>
        </pc:spChg>
        <pc:spChg chg="del mod">
          <ac:chgData name="진주 김" userId="b7ca9863247fd854" providerId="LiveId" clId="{F5FA52D0-9AA9-4A58-8DD5-5B5C33A3442F}" dt="2026-04-05T08:22:32.532" v="1943" actId="478"/>
          <ac:spMkLst>
            <pc:docMk/>
            <pc:sldMk cId="1202215572" sldId="378"/>
            <ac:spMk id="4" creationId="{8D0B0647-CB3E-6392-AD7B-C729E5FEF14B}"/>
          </ac:spMkLst>
        </pc:spChg>
        <pc:spChg chg="add del mod">
          <ac:chgData name="진주 김" userId="b7ca9863247fd854" providerId="LiveId" clId="{F5FA52D0-9AA9-4A58-8DD5-5B5C33A3442F}" dt="2026-04-05T07:40:06.812" v="115" actId="478"/>
          <ac:spMkLst>
            <pc:docMk/>
            <pc:sldMk cId="1202215572" sldId="378"/>
            <ac:spMk id="5" creationId="{0E98EA25-284B-0860-F3FE-BF953120768A}"/>
          </ac:spMkLst>
        </pc:spChg>
        <pc:spChg chg="mod">
          <ac:chgData name="진주 김" userId="b7ca9863247fd854" providerId="LiveId" clId="{F5FA52D0-9AA9-4A58-8DD5-5B5C33A3442F}" dt="2026-04-05T10:03:13.349" v="2265" actId="26606"/>
          <ac:spMkLst>
            <pc:docMk/>
            <pc:sldMk cId="1202215572" sldId="378"/>
            <ac:spMk id="12" creationId="{37AB3D86-0BAC-60E9-B777-464880CAA396}"/>
          </ac:spMkLst>
        </pc:spChg>
        <pc:spChg chg="add del">
          <ac:chgData name="진주 김" userId="b7ca9863247fd854" providerId="LiveId" clId="{F5FA52D0-9AA9-4A58-8DD5-5B5C33A3442F}" dt="2026-04-05T10:03:13.349" v="2265" actId="26606"/>
          <ac:spMkLst>
            <pc:docMk/>
            <pc:sldMk cId="1202215572" sldId="378"/>
            <ac:spMk id="23" creationId="{D4771268-CB57-404A-9271-370EB28F6090}"/>
          </ac:spMkLst>
        </pc:spChg>
        <pc:picChg chg="add del mod">
          <ac:chgData name="진주 김" userId="b7ca9863247fd854" providerId="LiveId" clId="{F5FA52D0-9AA9-4A58-8DD5-5B5C33A3442F}" dt="2026-04-05T08:23:52.591" v="1947" actId="478"/>
          <ac:picMkLst>
            <pc:docMk/>
            <pc:sldMk cId="1202215572" sldId="378"/>
            <ac:picMk id="7" creationId="{600FD2D8-F1A5-B2C8-4A66-3A13845D7348}"/>
          </ac:picMkLst>
        </pc:picChg>
        <pc:picChg chg="add del mod">
          <ac:chgData name="진주 김" userId="b7ca9863247fd854" providerId="LiveId" clId="{F5FA52D0-9AA9-4A58-8DD5-5B5C33A3442F}" dt="2026-04-05T08:40:20.317" v="1956" actId="478"/>
          <ac:picMkLst>
            <pc:docMk/>
            <pc:sldMk cId="1202215572" sldId="378"/>
            <ac:picMk id="9" creationId="{F6B17FD6-90FC-64B7-B61F-23D0FDCB4075}"/>
          </ac:picMkLst>
        </pc:picChg>
        <pc:picChg chg="add del mod">
          <ac:chgData name="진주 김" userId="b7ca9863247fd854" providerId="LiveId" clId="{F5FA52D0-9AA9-4A58-8DD5-5B5C33A3442F}" dt="2026-04-05T09:25:57.738" v="2255" actId="478"/>
          <ac:picMkLst>
            <pc:docMk/>
            <pc:sldMk cId="1202215572" sldId="378"/>
            <ac:picMk id="11" creationId="{D5047780-FEEA-C32B-929C-EBF388154386}"/>
          </ac:picMkLst>
        </pc:picChg>
        <pc:picChg chg="add del mod">
          <ac:chgData name="진주 김" userId="b7ca9863247fd854" providerId="LiveId" clId="{F5FA52D0-9AA9-4A58-8DD5-5B5C33A3442F}" dt="2026-04-05T09:53:26.122" v="2259" actId="478"/>
          <ac:picMkLst>
            <pc:docMk/>
            <pc:sldMk cId="1202215572" sldId="378"/>
            <ac:picMk id="14" creationId="{ABAD7C96-AA02-2317-1E98-C8766B0775A1}"/>
          </ac:picMkLst>
        </pc:picChg>
        <pc:picChg chg="add del">
          <ac:chgData name="진주 김" userId="b7ca9863247fd854" providerId="LiveId" clId="{F5FA52D0-9AA9-4A58-8DD5-5B5C33A3442F}" dt="2026-04-05T10:03:08.388" v="2262" actId="478"/>
          <ac:picMkLst>
            <pc:docMk/>
            <pc:sldMk cId="1202215572" sldId="378"/>
            <ac:picMk id="16" creationId="{031A9A6E-0E5B-4304-1546-5745DBF257D8}"/>
          </ac:picMkLst>
        </pc:picChg>
        <pc:picChg chg="add del mod">
          <ac:chgData name="진주 김" userId="b7ca9863247fd854" providerId="LiveId" clId="{F5FA52D0-9AA9-4A58-8DD5-5B5C33A3442F}" dt="2026-04-05T10:17:13.593" v="2266" actId="478"/>
          <ac:picMkLst>
            <pc:docMk/>
            <pc:sldMk cId="1202215572" sldId="378"/>
            <ac:picMk id="18" creationId="{34A50432-4981-D098-BF34-8DC5BB87A069}"/>
          </ac:picMkLst>
        </pc:picChg>
        <pc:picChg chg="add mod">
          <ac:chgData name="진주 김" userId="b7ca9863247fd854" providerId="LiveId" clId="{F5FA52D0-9AA9-4A58-8DD5-5B5C33A3442F}" dt="2026-04-05T10:17:24.059" v="2271" actId="1076"/>
          <ac:picMkLst>
            <pc:docMk/>
            <pc:sldMk cId="1202215572" sldId="378"/>
            <ac:picMk id="20" creationId="{B56AF67C-F724-8C0E-0AC3-EB82A746DF44}"/>
          </ac:picMkLst>
        </pc:picChg>
      </pc:sldChg>
      <pc:sldChg chg="addSp delSp modSp mod">
        <pc:chgData name="진주 김" userId="b7ca9863247fd854" providerId="LiveId" clId="{F5FA52D0-9AA9-4A58-8DD5-5B5C33A3442F}" dt="2026-04-06T02:07:13.151" v="4151" actId="2085"/>
        <pc:sldMkLst>
          <pc:docMk/>
          <pc:sldMk cId="462684679" sldId="442"/>
        </pc:sldMkLst>
        <pc:spChg chg="add mod">
          <ac:chgData name="진주 김" userId="b7ca9863247fd854" providerId="LiveId" clId="{F5FA52D0-9AA9-4A58-8DD5-5B5C33A3442F}" dt="2026-04-06T02:07:13.151" v="4151" actId="2085"/>
          <ac:spMkLst>
            <pc:docMk/>
            <pc:sldMk cId="462684679" sldId="442"/>
            <ac:spMk id="2" creationId="{89165095-5C34-8B90-E007-868D44998B88}"/>
          </ac:spMkLst>
        </pc:spChg>
        <pc:spChg chg="del">
          <ac:chgData name="진주 김" userId="b7ca9863247fd854" providerId="LiveId" clId="{F5FA52D0-9AA9-4A58-8DD5-5B5C33A3442F}" dt="2026-04-05T07:43:46.552" v="118" actId="478"/>
          <ac:spMkLst>
            <pc:docMk/>
            <pc:sldMk cId="462684679" sldId="442"/>
            <ac:spMk id="2" creationId="{AB274FF0-73AD-2901-EE9D-70AB03A1C27E}"/>
          </ac:spMkLst>
        </pc:spChg>
        <pc:spChg chg="mod">
          <ac:chgData name="진주 김" userId="b7ca9863247fd854" providerId="LiveId" clId="{F5FA52D0-9AA9-4A58-8DD5-5B5C33A3442F}" dt="2026-04-05T07:39:08.617" v="18" actId="20577"/>
          <ac:spMkLst>
            <pc:docMk/>
            <pc:sldMk cId="462684679" sldId="442"/>
            <ac:spMk id="7" creationId="{8C87D1ED-FFA2-C313-573D-3E2FA112B19E}"/>
          </ac:spMkLst>
        </pc:spChg>
        <pc:spChg chg="del mod">
          <ac:chgData name="진주 김" userId="b7ca9863247fd854" providerId="LiveId" clId="{F5FA52D0-9AA9-4A58-8DD5-5B5C33A3442F}" dt="2026-04-05T08:24:25.923" v="1951" actId="478"/>
          <ac:spMkLst>
            <pc:docMk/>
            <pc:sldMk cId="462684679" sldId="442"/>
            <ac:spMk id="9" creationId="{26D51EE5-1E74-9877-726E-B73C63D24750}"/>
          </ac:spMkLst>
        </pc:spChg>
        <pc:spChg chg="del">
          <ac:chgData name="진주 김" userId="b7ca9863247fd854" providerId="LiveId" clId="{F5FA52D0-9AA9-4A58-8DD5-5B5C33A3442F}" dt="2026-04-05T07:43:43.717" v="117" actId="478"/>
          <ac:spMkLst>
            <pc:docMk/>
            <pc:sldMk cId="462684679" sldId="442"/>
            <ac:spMk id="14" creationId="{B2A6BC4F-8526-0652-530D-B30132C1508F}"/>
          </ac:spMkLst>
        </pc:spChg>
        <pc:spChg chg="del">
          <ac:chgData name="진주 김" userId="b7ca9863247fd854" providerId="LiveId" clId="{F5FA52D0-9AA9-4A58-8DD5-5B5C33A3442F}" dt="2026-04-05T07:43:43.717" v="117" actId="478"/>
          <ac:spMkLst>
            <pc:docMk/>
            <pc:sldMk cId="462684679" sldId="442"/>
            <ac:spMk id="15" creationId="{9C403DDD-9C09-7777-DC39-C9494439C321}"/>
          </ac:spMkLst>
        </pc:spChg>
        <pc:spChg chg="del">
          <ac:chgData name="진주 김" userId="b7ca9863247fd854" providerId="LiveId" clId="{F5FA52D0-9AA9-4A58-8DD5-5B5C33A3442F}" dt="2026-04-05T07:43:43.717" v="117" actId="478"/>
          <ac:spMkLst>
            <pc:docMk/>
            <pc:sldMk cId="462684679" sldId="442"/>
            <ac:spMk id="17" creationId="{FD266ED0-64EC-BAFE-75C8-E7171B0122AF}"/>
          </ac:spMkLst>
        </pc:spChg>
        <pc:spChg chg="add mod">
          <ac:chgData name="진주 김" userId="b7ca9863247fd854" providerId="LiveId" clId="{F5FA52D0-9AA9-4A58-8DD5-5B5C33A3442F}" dt="2026-04-05T10:28:38.595" v="4139" actId="15"/>
          <ac:spMkLst>
            <pc:docMk/>
            <pc:sldMk cId="462684679" sldId="442"/>
            <ac:spMk id="23" creationId="{48ECEF32-9BCF-AAF8-CDD2-02821416F53C}"/>
          </ac:spMkLst>
        </pc:spChg>
        <pc:picChg chg="add del mod">
          <ac:chgData name="진주 김" userId="b7ca9863247fd854" providerId="LiveId" clId="{F5FA52D0-9AA9-4A58-8DD5-5B5C33A3442F}" dt="2026-04-05T08:40:51.685" v="1962" actId="478"/>
          <ac:picMkLst>
            <pc:docMk/>
            <pc:sldMk cId="462684679" sldId="442"/>
            <ac:picMk id="8" creationId="{44F9D10C-7E7B-BB14-2EBE-3DF98348E4B7}"/>
          </ac:picMkLst>
        </pc:picChg>
        <pc:picChg chg="del">
          <ac:chgData name="진주 김" userId="b7ca9863247fd854" providerId="LiveId" clId="{F5FA52D0-9AA9-4A58-8DD5-5B5C33A3442F}" dt="2026-04-05T07:43:43.717" v="117" actId="478"/>
          <ac:picMkLst>
            <pc:docMk/>
            <pc:sldMk cId="462684679" sldId="442"/>
            <ac:picMk id="13" creationId="{AD1D7AB5-64F0-0475-E19A-BFD3BC7093AA}"/>
          </ac:picMkLst>
        </pc:picChg>
        <pc:picChg chg="del">
          <ac:chgData name="진주 김" userId="b7ca9863247fd854" providerId="LiveId" clId="{F5FA52D0-9AA9-4A58-8DD5-5B5C33A3442F}" dt="2026-04-05T07:43:43.717" v="117" actId="478"/>
          <ac:picMkLst>
            <pc:docMk/>
            <pc:sldMk cId="462684679" sldId="442"/>
            <ac:picMk id="16" creationId="{D62BD3D0-0294-1237-D023-BC6E7DEE038C}"/>
          </ac:picMkLst>
        </pc:picChg>
        <pc:picChg chg="del">
          <ac:chgData name="진주 김" userId="b7ca9863247fd854" providerId="LiveId" clId="{F5FA52D0-9AA9-4A58-8DD5-5B5C33A3442F}" dt="2026-04-05T07:43:43.717" v="117" actId="478"/>
          <ac:picMkLst>
            <pc:docMk/>
            <pc:sldMk cId="462684679" sldId="442"/>
            <ac:picMk id="18" creationId="{BAAA9A9E-B286-71C6-D5F5-5F167A739515}"/>
          </ac:picMkLst>
        </pc:picChg>
        <pc:picChg chg="add del mod">
          <ac:chgData name="진주 김" userId="b7ca9863247fd854" providerId="LiveId" clId="{F5FA52D0-9AA9-4A58-8DD5-5B5C33A3442F}" dt="2026-04-05T08:40:52.261" v="1964" actId="478"/>
          <ac:picMkLst>
            <pc:docMk/>
            <pc:sldMk cId="462684679" sldId="442"/>
            <ac:picMk id="20" creationId="{6000891D-61E2-CFED-D1A5-1CF29DD6A031}"/>
          </ac:picMkLst>
        </pc:picChg>
        <pc:picChg chg="add del mod">
          <ac:chgData name="진주 김" userId="b7ca9863247fd854" providerId="LiveId" clId="{F5FA52D0-9AA9-4A58-8DD5-5B5C33A3442F}" dt="2026-04-05T09:55:15.479" v="2261" actId="478"/>
          <ac:picMkLst>
            <pc:docMk/>
            <pc:sldMk cId="462684679" sldId="442"/>
            <ac:picMk id="22" creationId="{C8484455-E8A8-9866-4D7A-3A190C184796}"/>
          </ac:picMkLst>
        </pc:picChg>
      </pc:sldChg>
      <pc:sldChg chg="addSp delSp modSp del mod">
        <pc:chgData name="진주 김" userId="b7ca9863247fd854" providerId="LiveId" clId="{F5FA52D0-9AA9-4A58-8DD5-5B5C33A3442F}" dt="2026-04-05T10:27:15.700" v="3954" actId="2696"/>
        <pc:sldMkLst>
          <pc:docMk/>
          <pc:sldMk cId="3579241681" sldId="544"/>
        </pc:sldMkLst>
        <pc:spChg chg="del mod">
          <ac:chgData name="진주 김" userId="b7ca9863247fd854" providerId="LiveId" clId="{F5FA52D0-9AA9-4A58-8DD5-5B5C33A3442F}" dt="2026-04-05T07:55:16.489" v="1095" actId="478"/>
          <ac:spMkLst>
            <pc:docMk/>
            <pc:sldMk cId="3579241681" sldId="544"/>
            <ac:spMk id="3" creationId="{649AFBA6-6165-7D67-B103-DE53FA9727C6}"/>
          </ac:spMkLst>
        </pc:spChg>
        <pc:spChg chg="mod">
          <ac:chgData name="진주 김" userId="b7ca9863247fd854" providerId="LiveId" clId="{F5FA52D0-9AA9-4A58-8DD5-5B5C33A3442F}" dt="2026-04-05T07:53:46.993" v="1055" actId="20577"/>
          <ac:spMkLst>
            <pc:docMk/>
            <pc:sldMk cId="3579241681" sldId="544"/>
            <ac:spMk id="5" creationId="{664F941C-D557-5E4A-BFB3-88FCECAFEC07}"/>
          </ac:spMkLst>
        </pc:spChg>
        <pc:spChg chg="mod">
          <ac:chgData name="진주 김" userId="b7ca9863247fd854" providerId="LiveId" clId="{F5FA52D0-9AA9-4A58-8DD5-5B5C33A3442F}" dt="2026-04-05T07:53:55.568" v="1082" actId="20577"/>
          <ac:spMkLst>
            <pc:docMk/>
            <pc:sldMk cId="3579241681" sldId="544"/>
            <ac:spMk id="7" creationId="{C9D6DEEA-5D5D-CF19-0CC5-6BD3F0A87F31}"/>
          </ac:spMkLst>
        </pc:spChg>
        <pc:spChg chg="del">
          <ac:chgData name="진주 김" userId="b7ca9863247fd854" providerId="LiveId" clId="{F5FA52D0-9AA9-4A58-8DD5-5B5C33A3442F}" dt="2026-04-05T07:55:19.105" v="1096" actId="478"/>
          <ac:spMkLst>
            <pc:docMk/>
            <pc:sldMk cId="3579241681" sldId="544"/>
            <ac:spMk id="8" creationId="{2997166C-D638-9281-51F6-CF3DE083203C}"/>
          </ac:spMkLst>
        </pc:spChg>
        <pc:spChg chg="mod">
          <ac:chgData name="진주 김" userId="b7ca9863247fd854" providerId="LiveId" clId="{F5FA52D0-9AA9-4A58-8DD5-5B5C33A3442F}" dt="2026-04-05T07:54:33.885" v="1090" actId="207"/>
          <ac:spMkLst>
            <pc:docMk/>
            <pc:sldMk cId="3579241681" sldId="544"/>
            <ac:spMk id="9" creationId="{6BC00828-4C8C-AECC-C1E5-E38D23B8BCC8}"/>
          </ac:spMkLst>
        </pc:spChg>
        <pc:picChg chg="add mod">
          <ac:chgData name="진주 김" userId="b7ca9863247fd854" providerId="LiveId" clId="{F5FA52D0-9AA9-4A58-8DD5-5B5C33A3442F}" dt="2026-04-05T07:55:27.809" v="1102" actId="1076"/>
          <ac:picMkLst>
            <pc:docMk/>
            <pc:sldMk cId="3579241681" sldId="544"/>
            <ac:picMk id="13" creationId="{6D56C040-B262-56B5-6EF1-B7A6B977626D}"/>
          </ac:picMkLst>
        </pc:picChg>
      </pc:sldChg>
      <pc:sldChg chg="del">
        <pc:chgData name="진주 김" userId="b7ca9863247fd854" providerId="LiveId" clId="{F5FA52D0-9AA9-4A58-8DD5-5B5C33A3442F}" dt="2026-04-05T07:58:27.672" v="1924" actId="47"/>
        <pc:sldMkLst>
          <pc:docMk/>
          <pc:sldMk cId="163688395" sldId="545"/>
        </pc:sldMkLst>
      </pc:sldChg>
      <pc:sldChg chg="del">
        <pc:chgData name="진주 김" userId="b7ca9863247fd854" providerId="LiveId" clId="{F5FA52D0-9AA9-4A58-8DD5-5B5C33A3442F}" dt="2026-04-05T07:58:28.596" v="1925" actId="47"/>
        <pc:sldMkLst>
          <pc:docMk/>
          <pc:sldMk cId="347528980" sldId="546"/>
        </pc:sldMkLst>
      </pc:sldChg>
      <pc:sldChg chg="del">
        <pc:chgData name="진주 김" userId="b7ca9863247fd854" providerId="LiveId" clId="{F5FA52D0-9AA9-4A58-8DD5-5B5C33A3442F}" dt="2026-04-05T07:58:28.969" v="1926" actId="47"/>
        <pc:sldMkLst>
          <pc:docMk/>
          <pc:sldMk cId="1559265967" sldId="547"/>
        </pc:sldMkLst>
      </pc:sldChg>
      <pc:sldChg chg="del">
        <pc:chgData name="진주 김" userId="b7ca9863247fd854" providerId="LiveId" clId="{F5FA52D0-9AA9-4A58-8DD5-5B5C33A3442F}" dt="2026-04-05T07:58:29.194" v="1927" actId="47"/>
        <pc:sldMkLst>
          <pc:docMk/>
          <pc:sldMk cId="2834966565" sldId="548"/>
        </pc:sldMkLst>
      </pc:sldChg>
      <pc:sldChg chg="del">
        <pc:chgData name="진주 김" userId="b7ca9863247fd854" providerId="LiveId" clId="{F5FA52D0-9AA9-4A58-8DD5-5B5C33A3442F}" dt="2026-04-05T07:58:30.175" v="1933" actId="47"/>
        <pc:sldMkLst>
          <pc:docMk/>
          <pc:sldMk cId="1050342589" sldId="549"/>
        </pc:sldMkLst>
      </pc:sldChg>
      <pc:sldChg chg="del">
        <pc:chgData name="진주 김" userId="b7ca9863247fd854" providerId="LiveId" clId="{F5FA52D0-9AA9-4A58-8DD5-5B5C33A3442F}" dt="2026-04-05T07:58:30.348" v="1934" actId="47"/>
        <pc:sldMkLst>
          <pc:docMk/>
          <pc:sldMk cId="1676322719" sldId="550"/>
        </pc:sldMkLst>
      </pc:sldChg>
      <pc:sldChg chg="del">
        <pc:chgData name="진주 김" userId="b7ca9863247fd854" providerId="LiveId" clId="{F5FA52D0-9AA9-4A58-8DD5-5B5C33A3442F}" dt="2026-04-05T07:58:30.517" v="1935" actId="47"/>
        <pc:sldMkLst>
          <pc:docMk/>
          <pc:sldMk cId="2685107536" sldId="551"/>
        </pc:sldMkLst>
      </pc:sldChg>
      <pc:sldChg chg="del">
        <pc:chgData name="진주 김" userId="b7ca9863247fd854" providerId="LiveId" clId="{F5FA52D0-9AA9-4A58-8DD5-5B5C33A3442F}" dt="2026-04-05T07:58:31.031" v="1938" actId="47"/>
        <pc:sldMkLst>
          <pc:docMk/>
          <pc:sldMk cId="1368464785" sldId="552"/>
        </pc:sldMkLst>
      </pc:sldChg>
      <pc:sldChg chg="del">
        <pc:chgData name="진주 김" userId="b7ca9863247fd854" providerId="LiveId" clId="{F5FA52D0-9AA9-4A58-8DD5-5B5C33A3442F}" dt="2026-04-05T07:58:30.682" v="1936" actId="47"/>
        <pc:sldMkLst>
          <pc:docMk/>
          <pc:sldMk cId="2157990625" sldId="553"/>
        </pc:sldMkLst>
      </pc:sldChg>
      <pc:sldChg chg="del">
        <pc:chgData name="진주 김" userId="b7ca9863247fd854" providerId="LiveId" clId="{F5FA52D0-9AA9-4A58-8DD5-5B5C33A3442F}" dt="2026-04-05T07:58:30.862" v="1937" actId="47"/>
        <pc:sldMkLst>
          <pc:docMk/>
          <pc:sldMk cId="3593857037" sldId="554"/>
        </pc:sldMkLst>
      </pc:sldChg>
      <pc:sldChg chg="del">
        <pc:chgData name="진주 김" userId="b7ca9863247fd854" providerId="LiveId" clId="{F5FA52D0-9AA9-4A58-8DD5-5B5C33A3442F}" dt="2026-04-05T07:58:29.370" v="1928" actId="47"/>
        <pc:sldMkLst>
          <pc:docMk/>
          <pc:sldMk cId="3858796299" sldId="555"/>
        </pc:sldMkLst>
      </pc:sldChg>
      <pc:sldChg chg="del">
        <pc:chgData name="진주 김" userId="b7ca9863247fd854" providerId="LiveId" clId="{F5FA52D0-9AA9-4A58-8DD5-5B5C33A3442F}" dt="2026-04-05T07:58:29.508" v="1929" actId="47"/>
        <pc:sldMkLst>
          <pc:docMk/>
          <pc:sldMk cId="1561482485" sldId="556"/>
        </pc:sldMkLst>
      </pc:sldChg>
      <pc:sldChg chg="del">
        <pc:chgData name="진주 김" userId="b7ca9863247fd854" providerId="LiveId" clId="{F5FA52D0-9AA9-4A58-8DD5-5B5C33A3442F}" dt="2026-04-05T07:58:29.684" v="1930" actId="47"/>
        <pc:sldMkLst>
          <pc:docMk/>
          <pc:sldMk cId="2944987607" sldId="557"/>
        </pc:sldMkLst>
      </pc:sldChg>
      <pc:sldChg chg="del">
        <pc:chgData name="진주 김" userId="b7ca9863247fd854" providerId="LiveId" clId="{F5FA52D0-9AA9-4A58-8DD5-5B5C33A3442F}" dt="2026-04-05T07:58:30.017" v="1932" actId="47"/>
        <pc:sldMkLst>
          <pc:docMk/>
          <pc:sldMk cId="3623383632" sldId="558"/>
        </pc:sldMkLst>
      </pc:sldChg>
      <pc:sldChg chg="del">
        <pc:chgData name="진주 김" userId="b7ca9863247fd854" providerId="LiveId" clId="{F5FA52D0-9AA9-4A58-8DD5-5B5C33A3442F}" dt="2026-04-05T07:58:29.842" v="1931" actId="47"/>
        <pc:sldMkLst>
          <pc:docMk/>
          <pc:sldMk cId="193025663" sldId="559"/>
        </pc:sldMkLst>
      </pc:sldChg>
      <pc:sldChg chg="del">
        <pc:chgData name="진주 김" userId="b7ca9863247fd854" providerId="LiveId" clId="{F5FA52D0-9AA9-4A58-8DD5-5B5C33A3442F}" dt="2026-04-05T07:58:33.103" v="1939" actId="47"/>
        <pc:sldMkLst>
          <pc:docMk/>
          <pc:sldMk cId="86802579" sldId="560"/>
        </pc:sldMkLst>
      </pc:sldChg>
      <pc:sldChg chg="del">
        <pc:chgData name="진주 김" userId="b7ca9863247fd854" providerId="LiveId" clId="{F5FA52D0-9AA9-4A58-8DD5-5B5C33A3442F}" dt="2026-04-05T07:58:33.665" v="1940" actId="47"/>
        <pc:sldMkLst>
          <pc:docMk/>
          <pc:sldMk cId="2724056756" sldId="561"/>
        </pc:sldMkLst>
      </pc:sldChg>
      <pc:sldChg chg="del">
        <pc:chgData name="진주 김" userId="b7ca9863247fd854" providerId="LiveId" clId="{F5FA52D0-9AA9-4A58-8DD5-5B5C33A3442F}" dt="2026-04-05T07:58:34.061" v="1941" actId="47"/>
        <pc:sldMkLst>
          <pc:docMk/>
          <pc:sldMk cId="3078315303" sldId="562"/>
        </pc:sldMkLst>
      </pc:sldChg>
      <pc:sldChg chg="del">
        <pc:chgData name="진주 김" userId="b7ca9863247fd854" providerId="LiveId" clId="{F5FA52D0-9AA9-4A58-8DD5-5B5C33A3442F}" dt="2026-04-05T07:58:34.602" v="1942" actId="47"/>
        <pc:sldMkLst>
          <pc:docMk/>
          <pc:sldMk cId="863315059" sldId="563"/>
        </pc:sldMkLst>
      </pc:sldChg>
      <pc:sldChg chg="addSp delSp modSp add mod">
        <pc:chgData name="진주 김" userId="b7ca9863247fd854" providerId="LiveId" clId="{F5FA52D0-9AA9-4A58-8DD5-5B5C33A3442F}" dt="2026-04-05T10:26:53.582" v="3953" actId="1076"/>
        <pc:sldMkLst>
          <pc:docMk/>
          <pc:sldMk cId="3156186178" sldId="564"/>
        </pc:sldMkLst>
        <pc:spChg chg="mod">
          <ac:chgData name="진주 김" userId="b7ca9863247fd854" providerId="LiveId" clId="{F5FA52D0-9AA9-4A58-8DD5-5B5C33A3442F}" dt="2026-04-05T07:47:25.911" v="834" actId="20577"/>
          <ac:spMkLst>
            <pc:docMk/>
            <pc:sldMk cId="3156186178" sldId="564"/>
            <ac:spMk id="5" creationId="{C4265E4B-120C-7124-503E-6439BCCE44EC}"/>
          </ac:spMkLst>
        </pc:spChg>
        <pc:spChg chg="mod">
          <ac:chgData name="진주 김" userId="b7ca9863247fd854" providerId="LiveId" clId="{F5FA52D0-9AA9-4A58-8DD5-5B5C33A3442F}" dt="2026-04-05T07:47:18.372" v="832" actId="20577"/>
          <ac:spMkLst>
            <pc:docMk/>
            <pc:sldMk cId="3156186178" sldId="564"/>
            <ac:spMk id="7" creationId="{C69A5EAF-A5A7-4B93-3A3B-EBBB9E6C532E}"/>
          </ac:spMkLst>
        </pc:spChg>
        <pc:spChg chg="del">
          <ac:chgData name="진주 김" userId="b7ca9863247fd854" providerId="LiveId" clId="{F5FA52D0-9AA9-4A58-8DD5-5B5C33A3442F}" dt="2026-04-05T07:45:46.181" v="801" actId="478"/>
          <ac:spMkLst>
            <pc:docMk/>
            <pc:sldMk cId="3156186178" sldId="564"/>
            <ac:spMk id="9" creationId="{BAA78C09-831F-31DD-DC8B-821E46DB4B5A}"/>
          </ac:spMkLst>
        </pc:spChg>
        <pc:spChg chg="add mod">
          <ac:chgData name="진주 김" userId="b7ca9863247fd854" providerId="LiveId" clId="{F5FA52D0-9AA9-4A58-8DD5-5B5C33A3442F}" dt="2026-04-05T10:26:53.582" v="3953" actId="1076"/>
          <ac:spMkLst>
            <pc:docMk/>
            <pc:sldMk cId="3156186178" sldId="564"/>
            <ac:spMk id="14" creationId="{3711E073-981A-24AB-140E-8F3315D500A5}"/>
          </ac:spMkLst>
        </pc:spChg>
        <pc:spChg chg="add del mod">
          <ac:chgData name="진주 김" userId="b7ca9863247fd854" providerId="LiveId" clId="{F5FA52D0-9AA9-4A58-8DD5-5B5C33A3442F}" dt="2026-04-05T08:49:51.083" v="2253" actId="478"/>
          <ac:spMkLst>
            <pc:docMk/>
            <pc:sldMk cId="3156186178" sldId="564"/>
            <ac:spMk id="17" creationId="{F9B47EBB-BC23-B263-D114-3C721200D9A9}"/>
          </ac:spMkLst>
        </pc:spChg>
        <pc:picChg chg="add del mod">
          <ac:chgData name="진주 김" userId="b7ca9863247fd854" providerId="LiveId" clId="{F5FA52D0-9AA9-4A58-8DD5-5B5C33A3442F}" dt="2026-04-05T07:47:28.701" v="835" actId="478"/>
          <ac:picMkLst>
            <pc:docMk/>
            <pc:sldMk cId="3156186178" sldId="564"/>
            <ac:picMk id="3" creationId="{7540C500-A823-B4CB-6740-6F57F92F017F}"/>
          </ac:picMkLst>
        </pc:picChg>
        <pc:picChg chg="add del mod">
          <ac:chgData name="진주 김" userId="b7ca9863247fd854" providerId="LiveId" clId="{F5FA52D0-9AA9-4A58-8DD5-5B5C33A3442F}" dt="2026-04-05T08:49:49.331" v="2251" actId="478"/>
          <ac:picMkLst>
            <pc:docMk/>
            <pc:sldMk cId="3156186178" sldId="564"/>
            <ac:picMk id="13" creationId="{B9A98EF3-1444-9AB1-FE81-9106073708A1}"/>
          </ac:picMkLst>
        </pc:picChg>
        <pc:picChg chg="add del mod">
          <ac:chgData name="진주 김" userId="b7ca9863247fd854" providerId="LiveId" clId="{F5FA52D0-9AA9-4A58-8DD5-5B5C33A3442F}" dt="2026-04-05T10:25:09.141" v="3431" actId="478"/>
          <ac:picMkLst>
            <pc:docMk/>
            <pc:sldMk cId="3156186178" sldId="564"/>
            <ac:picMk id="19" creationId="{C2CFAD31-703C-F864-4FC8-90446D85CA7B}"/>
          </ac:picMkLst>
        </pc:picChg>
        <pc:cxnChg chg="add del mod">
          <ac:chgData name="진주 김" userId="b7ca9863247fd854" providerId="LiveId" clId="{F5FA52D0-9AA9-4A58-8DD5-5B5C33A3442F}" dt="2026-04-05T08:49:52.294" v="2254" actId="478"/>
          <ac:cxnSpMkLst>
            <pc:docMk/>
            <pc:sldMk cId="3156186178" sldId="564"/>
            <ac:cxnSpMk id="16" creationId="{9BBE5BDB-D6AA-06F3-1967-A0874FF75152}"/>
          </ac:cxnSpMkLst>
        </pc:cxnChg>
      </pc:sldChg>
      <pc:sldChg chg="addSp delSp modSp add mod">
        <pc:chgData name="진주 김" userId="b7ca9863247fd854" providerId="LiveId" clId="{F5FA52D0-9AA9-4A58-8DD5-5B5C33A3442F}" dt="2026-04-05T10:28:12.980" v="4126" actId="20577"/>
        <pc:sldMkLst>
          <pc:docMk/>
          <pc:sldMk cId="3592627706" sldId="565"/>
        </pc:sldMkLst>
        <pc:spChg chg="add mod">
          <ac:chgData name="진주 김" userId="b7ca9863247fd854" providerId="LiveId" clId="{F5FA52D0-9AA9-4A58-8DD5-5B5C33A3442F}" dt="2026-04-05T10:28:12.980" v="4126" actId="20577"/>
          <ac:spMkLst>
            <pc:docMk/>
            <pc:sldMk cId="3592627706" sldId="565"/>
            <ac:spMk id="2" creationId="{FA7EB87D-1F23-97DF-97A3-E2D6F7643E81}"/>
          </ac:spMkLst>
        </pc:spChg>
        <pc:spChg chg="mod">
          <ac:chgData name="진주 김" userId="b7ca9863247fd854" providerId="LiveId" clId="{F5FA52D0-9AA9-4A58-8DD5-5B5C33A3442F}" dt="2026-04-05T07:55:46.816" v="1105" actId="20577"/>
          <ac:spMkLst>
            <pc:docMk/>
            <pc:sldMk cId="3592627706" sldId="565"/>
            <ac:spMk id="5" creationId="{69298C2C-0FC7-888F-6906-EBA296E6F53B}"/>
          </ac:spMkLst>
        </pc:spChg>
        <pc:spChg chg="mod">
          <ac:chgData name="진주 김" userId="b7ca9863247fd854" providerId="LiveId" clId="{F5FA52D0-9AA9-4A58-8DD5-5B5C33A3442F}" dt="2026-04-05T07:55:58.499" v="1126" actId="20577"/>
          <ac:spMkLst>
            <pc:docMk/>
            <pc:sldMk cId="3592627706" sldId="565"/>
            <ac:spMk id="7" creationId="{88813777-E43D-FB58-0CC5-3E37235414D4}"/>
          </ac:spMkLst>
        </pc:spChg>
        <pc:spChg chg="del">
          <ac:chgData name="진주 김" userId="b7ca9863247fd854" providerId="LiveId" clId="{F5FA52D0-9AA9-4A58-8DD5-5B5C33A3442F}" dt="2026-04-05T07:56:06.844" v="1127" actId="478"/>
          <ac:spMkLst>
            <pc:docMk/>
            <pc:sldMk cId="3592627706" sldId="565"/>
            <ac:spMk id="9" creationId="{B19E8020-0146-3ADB-23CC-2E86E0AED2AE}"/>
          </ac:spMkLst>
        </pc:spChg>
        <pc:picChg chg="del">
          <ac:chgData name="진주 김" userId="b7ca9863247fd854" providerId="LiveId" clId="{F5FA52D0-9AA9-4A58-8DD5-5B5C33A3442F}" dt="2026-04-05T07:56:07.617" v="1128" actId="478"/>
          <ac:picMkLst>
            <pc:docMk/>
            <pc:sldMk cId="3592627706" sldId="565"/>
            <ac:picMk id="13" creationId="{FA8CBF28-DE26-C845-B448-2105CEDDB5E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290499-B0E0-4FC3-9F45-28EC0C2DBC7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D1884B-BDBF-4C0B-B56A-8C57EB6AD6F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5641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2E6A96-1C1D-B642-55F4-C55A16411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610BE49-E64F-EE11-F2FE-2B5A5D818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1D4750-6DD5-4B07-D785-B6D44410B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540CFD-A91D-A53B-5E13-E87C25497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90DE53-81A2-BF64-0A73-F9E797AD0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679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027D71-049E-CC08-0476-245C6BC0F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8C4F43-AD23-D83D-D89D-7DCBBC057F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BE1CBF-EBC8-0BA9-69A9-CB8A3776E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66B3DF-3B55-13A6-EDA5-A4CEC7604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AE9D77-DD8A-B388-A41A-AB843BB91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062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DCFD9D-863F-CAA5-7632-405364A8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77BD133-1959-86C7-2C04-93406893CF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7D3A79-C1B7-C732-FDC6-74DDB5EA4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DE46E1-0297-2555-9AB3-E533613A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CE01ED-89AC-7102-8D2D-CC4265326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8831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A341C-9392-E721-E5AC-6CC7DA7EE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13FD09-3DD4-27CC-7E1C-56F8D4A7B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1D531D5-9C65-4B07-E750-ADEE0B82E3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CFD879-0128-DCF3-3C82-186715601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6CA9DA5-49DC-5BA4-17DF-F205CDCC1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1D8720-AA36-50AA-0EA8-A98FC5503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000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76366-06A6-BFDB-A28F-AD2059D3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75C148-FA45-8F09-5A3C-43A7F0E7B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6B7E2E-C37F-BD70-E4F1-97B9B2B666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3F6CC48-4666-CC96-7560-F423009B09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4CA9624-1B84-720C-6BAB-860796C5A0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671F137-42E4-1605-E4DE-C95DAC02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775971-769E-37B0-7961-BF8EE1A92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3ABDCBF-FDE1-B553-DB63-40E0CC7B0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A9593F-153F-3CBC-A027-0AA8F385A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D8710DC-1C9A-AF24-1A7A-46514865A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8981593-8CDF-852A-8E63-D732F2CA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ADFA77-694C-B840-E947-2CA4B02FD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0006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47C56B5-888C-FA70-439D-5C831CB50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7EACC3F-FB90-B5CB-957F-E53D8BF1D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AAABE-B73E-6494-5BDC-A751FD341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8528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5B6DDE-ECB1-D46E-9D45-DEC11C005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3C364E-6846-A57F-FAA6-A8CDF165F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3DF6EEB-46AA-2F55-D1DE-A2BC4304B7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A7ECDE-30E7-8CC1-154E-78058C361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B9B5765-4F44-50F8-C706-6D922D6CB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3A4A08F-EA88-6A61-FE03-DDA1ED6E6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003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131814-FCAF-88BB-91A3-F888B89DE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3A475F1-A163-1BBA-816D-BA7CE55536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D1648E-E7F4-43D3-4DD3-27A504B4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5585421-94DB-8E0F-FCE7-4128B8290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CCAA55F-B569-C400-7685-78ABB98E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A362998-4F9E-6DEB-6FB5-52AB769F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063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110A7-BFE7-9273-FDE2-C9D8448CD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9FAEEE-0E05-1254-8BCE-CDCA4B9B5F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83D7BD-0754-8D8E-4E5A-22CD4A69A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F0C5D8-2AB4-5850-ED36-F801FF0D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90BFCB-CB9F-BF57-2F88-92ABC5FFE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4542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8EBF93-BD0E-7E12-B94E-FE456648B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D2C9DD6-A7DF-1C51-F7CA-E3F8CECA0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06BF9D2-02BE-116B-D8DB-166B88DE7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0C8371-FA3D-B54C-7B54-C474CA14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BD9C41-06BD-D93D-19DE-D617CF103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904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F98B8-DE46-07C8-980F-1CDF10F59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4101596-0CD7-54F0-6F1D-708D0D0B12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69897A-D5BE-C541-D426-84E0987DD2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F764F9-9D84-42D1-B002-3633BC0ECDE6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DC7944-3FE1-20F3-8514-C50117E52F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9CB18C-76E8-AEA3-222A-7DEB876304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9249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B20104-CF85-B85C-F852-71DB4F44C6C3}"/>
              </a:ext>
            </a:extLst>
          </p:cNvPr>
          <p:cNvSpPr txBox="1"/>
          <p:nvPr/>
        </p:nvSpPr>
        <p:spPr>
          <a:xfrm>
            <a:off x="2843499" y="2309935"/>
            <a:ext cx="691737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dirty="0">
                <a:solidFill>
                  <a:srgbClr val="142C62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Homework</a:t>
            </a:r>
            <a:endParaRPr lang="ko-KR" altLang="en-US" sz="4400" dirty="0">
              <a:solidFill>
                <a:srgbClr val="142C62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B4A0D8-FAB6-520F-33EF-49B234A206BF}"/>
              </a:ext>
            </a:extLst>
          </p:cNvPr>
          <p:cNvSpPr txBox="1"/>
          <p:nvPr/>
        </p:nvSpPr>
        <p:spPr>
          <a:xfrm>
            <a:off x="2637311" y="3429000"/>
            <a:ext cx="6917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김진주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24032-1359-A4C1-BC0C-E9A12D148EC7}"/>
              </a:ext>
            </a:extLst>
          </p:cNvPr>
          <p:cNvSpPr txBox="1"/>
          <p:nvPr/>
        </p:nvSpPr>
        <p:spPr>
          <a:xfrm>
            <a:off x="9066811" y="321499"/>
            <a:ext cx="28733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5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국립금오공과대학교 산업빅데이터공학부</a:t>
            </a:r>
          </a:p>
        </p:txBody>
      </p:sp>
    </p:spTree>
    <p:extLst>
      <p:ext uri="{BB962C8B-B14F-4D97-AF65-F5344CB8AC3E}">
        <p14:creationId xmlns:p14="http://schemas.microsoft.com/office/powerpoint/2010/main" val="2996839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647E0-B180-1EF3-8B94-AC7A26D2D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7AB3D86-0BAC-60E9-B777-464880CAA396}"/>
              </a:ext>
            </a:extLst>
          </p:cNvPr>
          <p:cNvSpPr txBox="1"/>
          <p:nvPr/>
        </p:nvSpPr>
        <p:spPr>
          <a:xfrm>
            <a:off x="9066811" y="321499"/>
            <a:ext cx="28733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5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국립금오공과대학교 산업빅데이터공학부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B56AF67C-F724-8C0E-0AC3-EB82A746D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933" y="1453015"/>
            <a:ext cx="9874134" cy="4212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215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C2884-D578-1E38-F3BA-C7CE404F1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46CBAC13-DCB3-F08E-FDDB-0736021A287D}"/>
              </a:ext>
            </a:extLst>
          </p:cNvPr>
          <p:cNvGrpSpPr/>
          <p:nvPr/>
        </p:nvGrpSpPr>
        <p:grpSpPr>
          <a:xfrm>
            <a:off x="305273" y="-95002"/>
            <a:ext cx="558140" cy="1448790"/>
            <a:chOff x="305273" y="-95002"/>
            <a:chExt cx="558140" cy="144879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BE6E830-D988-5AF8-FC2D-4E1A5F2AB5F8}"/>
                </a:ext>
              </a:extLst>
            </p:cNvPr>
            <p:cNvSpPr/>
            <p:nvPr/>
          </p:nvSpPr>
          <p:spPr>
            <a:xfrm>
              <a:off x="330251" y="-95002"/>
              <a:ext cx="508185" cy="1448790"/>
            </a:xfrm>
            <a:prstGeom prst="roundRect">
              <a:avLst/>
            </a:prstGeom>
            <a:solidFill>
              <a:srgbClr val="142C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4F45E30-9CD1-7AFB-2DED-928E85EE2247}"/>
                </a:ext>
              </a:extLst>
            </p:cNvPr>
            <p:cNvSpPr txBox="1"/>
            <p:nvPr/>
          </p:nvSpPr>
          <p:spPr>
            <a:xfrm>
              <a:off x="305273" y="966642"/>
              <a:ext cx="5581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solidFill>
                    <a:schemeClr val="bg1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01</a:t>
              </a:r>
              <a:endParaRPr lang="ko-KR" altLang="en-US">
                <a:solidFill>
                  <a:schemeClr val="bg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C87D1ED-FFA2-C313-573D-3E2FA112B19E}"/>
              </a:ext>
            </a:extLst>
          </p:cNvPr>
          <p:cNvSpPr txBox="1"/>
          <p:nvPr/>
        </p:nvSpPr>
        <p:spPr>
          <a:xfrm>
            <a:off x="838436" y="909937"/>
            <a:ext cx="9807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application</a:t>
            </a:r>
            <a:endParaRPr lang="ko-KR" altLang="en-US" sz="2400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CAA4373-586F-A8B5-7065-35D43B1242D9}"/>
              </a:ext>
            </a:extLst>
          </p:cNvPr>
          <p:cNvCxnSpPr/>
          <p:nvPr/>
        </p:nvCxnSpPr>
        <p:spPr>
          <a:xfrm>
            <a:off x="334963" y="6334618"/>
            <a:ext cx="11522075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97E85C8-3952-0149-62F5-475C13DB2ABE}"/>
              </a:ext>
            </a:extLst>
          </p:cNvPr>
          <p:cNvSpPr txBox="1"/>
          <p:nvPr/>
        </p:nvSpPr>
        <p:spPr>
          <a:xfrm>
            <a:off x="305273" y="6316804"/>
            <a:ext cx="69173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01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02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03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3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04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4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05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5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38F4C-5569-651D-1083-405CE803050B}"/>
              </a:ext>
            </a:extLst>
          </p:cNvPr>
          <p:cNvSpPr txBox="1"/>
          <p:nvPr/>
        </p:nvSpPr>
        <p:spPr>
          <a:xfrm>
            <a:off x="4969350" y="6316804"/>
            <a:ext cx="69173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3</a:t>
            </a:r>
            <a:endParaRPr lang="ko-KR" altLang="en-US" sz="1100">
              <a:solidFill>
                <a:schemeClr val="bg1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CEF32-9BCF-AAF8-CDD2-02821416F53C}"/>
              </a:ext>
            </a:extLst>
          </p:cNvPr>
          <p:cNvSpPr txBox="1"/>
          <p:nvPr/>
        </p:nvSpPr>
        <p:spPr>
          <a:xfrm>
            <a:off x="371475" y="1588516"/>
            <a:ext cx="1152207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기존의 감성 분석 기반 추천시스템은 단순한 </a:t>
            </a:r>
            <a:r>
              <a:rPr lang="ko-KR" altLang="en-US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긍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부정 판단에 그쳐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약물 리뷰와 같이 복잡하고 맥락이 중요한 데이터에서 부작용이나 효능을 정밀하게 포착하지 못하는 한계가 존재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지능형 의료 추천 서비스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: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환자의 리뷰를 분석하여 특정 상태에 가장 적합한 약물 추천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부작용 감지 시스템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: LLM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을 통해 리뷰 텍스트 내에 숨겨진 미묘한 부작용 언급을 자동으로 식별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환자 경험 시뮬레이션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: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약물 복용 후 나타날 수 있는 환자의 반응과 감성 변화를 데이터기반으로 예측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맞춤형 건강 정보 인터페이스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: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사용자가 자연어로 약물에 대해 물으면 분석된 감성 데이터를 바탕으로 신뢰할 수 있는 답변 제공</a:t>
            </a: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89165095-5C34-8B90-E007-868D44998B88}"/>
              </a:ext>
            </a:extLst>
          </p:cNvPr>
          <p:cNvSpPr/>
          <p:nvPr/>
        </p:nvSpPr>
        <p:spPr>
          <a:xfrm>
            <a:off x="5742332" y="2223247"/>
            <a:ext cx="537882" cy="26161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684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795F1-4029-B3FD-0849-72FA8D6F1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ADBE7317-16C9-F76E-37E6-3E06591EC3B1}"/>
              </a:ext>
            </a:extLst>
          </p:cNvPr>
          <p:cNvGrpSpPr/>
          <p:nvPr/>
        </p:nvGrpSpPr>
        <p:grpSpPr>
          <a:xfrm>
            <a:off x="305273" y="-95002"/>
            <a:ext cx="558140" cy="1448790"/>
            <a:chOff x="305273" y="-95002"/>
            <a:chExt cx="558140" cy="144879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D06F549E-0A0F-88E9-6BCF-00129A4A330F}"/>
                </a:ext>
              </a:extLst>
            </p:cNvPr>
            <p:cNvSpPr/>
            <p:nvPr/>
          </p:nvSpPr>
          <p:spPr>
            <a:xfrm>
              <a:off x="330251" y="-95002"/>
              <a:ext cx="508185" cy="1448790"/>
            </a:xfrm>
            <a:prstGeom prst="roundRect">
              <a:avLst/>
            </a:prstGeom>
            <a:solidFill>
              <a:srgbClr val="142C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4265E4B-120C-7124-503E-6439BCCE44EC}"/>
                </a:ext>
              </a:extLst>
            </p:cNvPr>
            <p:cNvSpPr txBox="1"/>
            <p:nvPr/>
          </p:nvSpPr>
          <p:spPr>
            <a:xfrm>
              <a:off x="305273" y="966642"/>
              <a:ext cx="5581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02</a:t>
              </a:r>
              <a:endParaRPr lang="ko-KR" altLang="en-US" dirty="0">
                <a:solidFill>
                  <a:schemeClr val="bg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69A5EAF-A5A7-4B93-3A3B-EBBB9E6C532E}"/>
              </a:ext>
            </a:extLst>
          </p:cNvPr>
          <p:cNvSpPr txBox="1"/>
          <p:nvPr/>
        </p:nvSpPr>
        <p:spPr>
          <a:xfrm>
            <a:off x="838436" y="909937"/>
            <a:ext cx="9807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LLM &amp; Architecture</a:t>
            </a:r>
            <a:endParaRPr lang="ko-KR" altLang="en-US" sz="2400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66CACBC3-1507-5E31-5858-B8C953A53C31}"/>
              </a:ext>
            </a:extLst>
          </p:cNvPr>
          <p:cNvCxnSpPr/>
          <p:nvPr/>
        </p:nvCxnSpPr>
        <p:spPr>
          <a:xfrm>
            <a:off x="334963" y="6334618"/>
            <a:ext cx="11522075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8CDD5DB-C4C6-F466-9AD4-8CB6974D5D11}"/>
              </a:ext>
            </a:extLst>
          </p:cNvPr>
          <p:cNvSpPr txBox="1"/>
          <p:nvPr/>
        </p:nvSpPr>
        <p:spPr>
          <a:xfrm>
            <a:off x="305273" y="6316804"/>
            <a:ext cx="69173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01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02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03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3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04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4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05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5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BDC853-57B1-3BC9-B829-1D6C96695CD7}"/>
              </a:ext>
            </a:extLst>
          </p:cNvPr>
          <p:cNvSpPr txBox="1"/>
          <p:nvPr/>
        </p:nvSpPr>
        <p:spPr>
          <a:xfrm>
            <a:off x="4969350" y="6316804"/>
            <a:ext cx="69173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3</a:t>
            </a:r>
            <a:endParaRPr lang="ko-KR" altLang="en-US" sz="1100">
              <a:solidFill>
                <a:schemeClr val="bg1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11E073-981A-24AB-140E-8F3315D500A5}"/>
              </a:ext>
            </a:extLst>
          </p:cNvPr>
          <p:cNvSpPr txBox="1"/>
          <p:nvPr/>
        </p:nvSpPr>
        <p:spPr>
          <a:xfrm>
            <a:off x="305273" y="5116475"/>
            <a:ext cx="115220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Initial NLP Process :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사용자의 쿼리나 리뷰 텍스트에서 시간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장소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증상등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핵심 파라미터 추출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LLM-based Feature Engineering : LLM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이 비정형 텍스트를 분석하여 </a:t>
            </a:r>
            <a:r>
              <a:rPr lang="ko-KR" altLang="en-US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수치화된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감성 점수 및 맥락 정보를 생성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Physics-Informed Neural Network :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물리적 법칙과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LLM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추출 특징을 결합하여 데이터의 일관성 유지 및 정확한 상태 추정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2CFAD31-703C-F864-4FC8-90446D85C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438" y="1335974"/>
            <a:ext cx="8670367" cy="3808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186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91602-1833-A630-9E69-20C25830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B65EC6E4-DEF9-B3C9-2652-495B3D069E73}"/>
              </a:ext>
            </a:extLst>
          </p:cNvPr>
          <p:cNvGrpSpPr/>
          <p:nvPr/>
        </p:nvGrpSpPr>
        <p:grpSpPr>
          <a:xfrm>
            <a:off x="305273" y="-95002"/>
            <a:ext cx="558140" cy="1448790"/>
            <a:chOff x="305273" y="-95002"/>
            <a:chExt cx="558140" cy="144879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04D5EBF8-4B07-0D37-F554-ED97ED84E2E3}"/>
                </a:ext>
              </a:extLst>
            </p:cNvPr>
            <p:cNvSpPr/>
            <p:nvPr/>
          </p:nvSpPr>
          <p:spPr>
            <a:xfrm>
              <a:off x="330251" y="-95002"/>
              <a:ext cx="508185" cy="1448790"/>
            </a:xfrm>
            <a:prstGeom prst="roundRect">
              <a:avLst/>
            </a:prstGeom>
            <a:solidFill>
              <a:srgbClr val="142C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9298C2C-0FC7-888F-6906-EBA296E6F53B}"/>
                </a:ext>
              </a:extLst>
            </p:cNvPr>
            <p:cNvSpPr txBox="1"/>
            <p:nvPr/>
          </p:nvSpPr>
          <p:spPr>
            <a:xfrm>
              <a:off x="305273" y="966642"/>
              <a:ext cx="5581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04</a:t>
              </a:r>
              <a:endParaRPr lang="ko-KR" altLang="en-US" dirty="0">
                <a:solidFill>
                  <a:schemeClr val="bg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8813777-E43D-FB58-0CC5-3E37235414D4}"/>
              </a:ext>
            </a:extLst>
          </p:cNvPr>
          <p:cNvSpPr txBox="1"/>
          <p:nvPr/>
        </p:nvSpPr>
        <p:spPr>
          <a:xfrm>
            <a:off x="838436" y="909937"/>
            <a:ext cx="9807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Cons &amp; Pros</a:t>
            </a:r>
            <a:endParaRPr lang="ko-KR" altLang="en-US" sz="2400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842AC64-20E7-9938-0979-729B70FF8A8C}"/>
              </a:ext>
            </a:extLst>
          </p:cNvPr>
          <p:cNvCxnSpPr/>
          <p:nvPr/>
        </p:nvCxnSpPr>
        <p:spPr>
          <a:xfrm>
            <a:off x="334963" y="6334618"/>
            <a:ext cx="11522075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06F580D-97EB-DBC5-5A98-1DF6ECF95677}"/>
              </a:ext>
            </a:extLst>
          </p:cNvPr>
          <p:cNvSpPr txBox="1"/>
          <p:nvPr/>
        </p:nvSpPr>
        <p:spPr>
          <a:xfrm>
            <a:off x="305273" y="6316804"/>
            <a:ext cx="69173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01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02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03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3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04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4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05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5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593F06-D0B0-F35C-2DEA-2E19B5FBCEB6}"/>
              </a:ext>
            </a:extLst>
          </p:cNvPr>
          <p:cNvSpPr txBox="1"/>
          <p:nvPr/>
        </p:nvSpPr>
        <p:spPr>
          <a:xfrm>
            <a:off x="4969350" y="6316804"/>
            <a:ext cx="69173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3</a:t>
            </a:r>
            <a:endParaRPr lang="ko-KR" altLang="en-US" sz="1100">
              <a:solidFill>
                <a:schemeClr val="bg1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7EB87D-1F23-97DF-97A3-E2D6F7643E81}"/>
              </a:ext>
            </a:extLst>
          </p:cNvPr>
          <p:cNvSpPr txBox="1"/>
          <p:nvPr/>
        </p:nvSpPr>
        <p:spPr>
          <a:xfrm>
            <a:off x="863413" y="1499378"/>
            <a:ext cx="99913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장점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비약적인 성능향상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해석가능성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데이터 희소성 극복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단점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높은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API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의존도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도메인 제약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2627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9987</TotalTime>
  <Words>230</Words>
  <Application>Microsoft Office PowerPoint</Application>
  <PresentationFormat>와이드스크린</PresentationFormat>
  <Paragraphs>32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1" baseType="lpstr">
      <vt:lpstr>Arial</vt:lpstr>
      <vt:lpstr>맑은 고딕</vt:lpstr>
      <vt:lpstr>나눔고딕 ExtraBold</vt:lpstr>
      <vt:lpstr>나눔고딕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남유현</dc:creator>
  <cp:lastModifiedBy>진주 김</cp:lastModifiedBy>
  <cp:revision>55</cp:revision>
  <dcterms:created xsi:type="dcterms:W3CDTF">2025-10-27T06:22:26Z</dcterms:created>
  <dcterms:modified xsi:type="dcterms:W3CDTF">2026-04-06T02:07:14Z</dcterms:modified>
</cp:coreProperties>
</file>