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378" r:id="rId3"/>
    <p:sldId id="442" r:id="rId4"/>
    <p:sldId id="564" r:id="rId5"/>
    <p:sldId id="565" r:id="rId6"/>
  </p:sldIdLst>
  <p:sldSz cx="12192000" cy="6858000"/>
  <p:notesSz cx="6858000" cy="9144000"/>
  <p:embeddedFontLst>
    <p:embeddedFont>
      <p:font typeface="나눔고딕" panose="020D0604000000000000" pitchFamily="50" charset="-127"/>
      <p:regular r:id="rId8"/>
      <p:bold r:id="rId9"/>
    </p:embeddedFont>
    <p:embeddedFont>
      <p:font typeface="나눔고딕 ExtraBold" panose="020D0904000000000000" pitchFamily="50" charset="-127"/>
      <p:bold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69" userDrawn="1">
          <p15:clr>
            <a:srgbClr val="A4A3A4"/>
          </p15:clr>
        </p15:guide>
        <p15:guide id="4" pos="234" userDrawn="1">
          <p15:clr>
            <a:srgbClr val="A4A3A4"/>
          </p15:clr>
        </p15:guide>
        <p15:guide id="5" orient="horz" pos="232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BAB"/>
    <a:srgbClr val="000000"/>
    <a:srgbClr val="BEE1FF"/>
    <a:srgbClr val="3265D6"/>
    <a:srgbClr val="CFDBF5"/>
    <a:srgbClr val="698EE1"/>
    <a:srgbClr val="224CAA"/>
    <a:srgbClr val="142C62"/>
    <a:srgbClr val="3065D5"/>
    <a:srgbClr val="000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3C8BE-D060-469B-B02E-D48DB97F701D}" v="41" dt="2026-04-07T09:56:36.12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71" autoAdjust="0"/>
    <p:restoredTop sz="96242" autoAdjust="0"/>
  </p:normalViewPr>
  <p:slideViewPr>
    <p:cSldViewPr snapToGrid="0">
      <p:cViewPr varScale="1">
        <p:scale>
          <a:sx n="38" d="100"/>
          <a:sy n="38" d="100"/>
        </p:scale>
        <p:origin x="60" y="684"/>
      </p:cViewPr>
      <p:guideLst>
        <p:guide orient="horz" pos="2205"/>
        <p:guide pos="3840"/>
        <p:guide pos="7469"/>
        <p:guide pos="234"/>
        <p:guide orient="horz" pos="232"/>
        <p:guide orient="horz" pos="408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주 김" userId="b7ca9863247fd854" providerId="LiveId" clId="{F5FA52D0-9AA9-4A58-8DD5-5B5C33A3442F}"/>
    <pc:docChg chg="undo custSel addSld delSld modSld">
      <pc:chgData name="진주 김" userId="b7ca9863247fd854" providerId="LiveId" clId="{F5FA52D0-9AA9-4A58-8DD5-5B5C33A3442F}" dt="2026-04-07T10:00:31.750" v="5244" actId="20577"/>
      <pc:docMkLst>
        <pc:docMk/>
      </pc:docMkLst>
      <pc:sldChg chg="modSp mod">
        <pc:chgData name="진주 김" userId="b7ca9863247fd854" providerId="LiveId" clId="{F5FA52D0-9AA9-4A58-8DD5-5B5C33A3442F}" dt="2026-04-06T02:06:42.294" v="4147" actId="20577"/>
        <pc:sldMkLst>
          <pc:docMk/>
          <pc:sldMk cId="2996839249" sldId="256"/>
        </pc:sldMkLst>
        <pc:spChg chg="mod">
          <ac:chgData name="진주 김" userId="b7ca9863247fd854" providerId="LiveId" clId="{F5FA52D0-9AA9-4A58-8DD5-5B5C33A3442F}" dt="2026-04-06T02:06:42.294" v="4147" actId="20577"/>
          <ac:spMkLst>
            <pc:docMk/>
            <pc:sldMk cId="2996839249" sldId="256"/>
            <ac:spMk id="4" creationId="{3EB20104-CF85-B85C-F852-71DB4F44C6C3}"/>
          </ac:spMkLst>
        </pc:spChg>
      </pc:sldChg>
      <pc:sldChg chg="addSp delSp modSp mod setBg">
        <pc:chgData name="진주 김" userId="b7ca9863247fd854" providerId="LiveId" clId="{F5FA52D0-9AA9-4A58-8DD5-5B5C33A3442F}" dt="2026-04-07T09:42:44.278" v="4626" actId="1076"/>
        <pc:sldMkLst>
          <pc:docMk/>
          <pc:sldMk cId="1202215572" sldId="378"/>
        </pc:sldMkLst>
        <pc:spChg chg="add mod">
          <ac:chgData name="진주 김" userId="b7ca9863247fd854" providerId="LiveId" clId="{F5FA52D0-9AA9-4A58-8DD5-5B5C33A3442F}" dt="2026-04-07T09:42:19.130" v="4603" actId="1076"/>
          <ac:spMkLst>
            <pc:docMk/>
            <pc:sldMk cId="1202215572" sldId="378"/>
            <ac:spMk id="2" creationId="{F8FAEC7C-67E3-5707-1BA6-78EA3225ED61}"/>
          </ac:spMkLst>
        </pc:spChg>
        <pc:spChg chg="add mod">
          <ac:chgData name="진주 김" userId="b7ca9863247fd854" providerId="LiveId" clId="{F5FA52D0-9AA9-4A58-8DD5-5B5C33A3442F}" dt="2026-04-07T09:42:44.278" v="4626" actId="1076"/>
          <ac:spMkLst>
            <pc:docMk/>
            <pc:sldMk cId="1202215572" sldId="378"/>
            <ac:spMk id="4" creationId="{66C317EC-CECD-7151-4EE6-02CD47427FC9}"/>
          </ac:spMkLst>
        </pc:spChg>
        <pc:spChg chg="mod">
          <ac:chgData name="진주 김" userId="b7ca9863247fd854" providerId="LiveId" clId="{F5FA52D0-9AA9-4A58-8DD5-5B5C33A3442F}" dt="2026-04-05T10:03:13.349" v="2265" actId="26606"/>
          <ac:spMkLst>
            <pc:docMk/>
            <pc:sldMk cId="1202215572" sldId="378"/>
            <ac:spMk id="12" creationId="{37AB3D86-0BAC-60E9-B777-464880CAA396}"/>
          </ac:spMkLst>
        </pc:spChg>
        <pc:picChg chg="add mod">
          <ac:chgData name="진주 김" userId="b7ca9863247fd854" providerId="LiveId" clId="{F5FA52D0-9AA9-4A58-8DD5-5B5C33A3442F}" dt="2026-04-07T09:42:10.944" v="4600" actId="1076"/>
          <ac:picMkLst>
            <pc:docMk/>
            <pc:sldMk cId="1202215572" sldId="378"/>
            <ac:picMk id="20" creationId="{B56AF67C-F724-8C0E-0AC3-EB82A746DF44}"/>
          </ac:picMkLst>
        </pc:picChg>
      </pc:sldChg>
      <pc:sldChg chg="addSp delSp modSp mod">
        <pc:chgData name="진주 김" userId="b7ca9863247fd854" providerId="LiveId" clId="{F5FA52D0-9AA9-4A58-8DD5-5B5C33A3442F}" dt="2026-04-06T02:07:13.151" v="4151" actId="2085"/>
        <pc:sldMkLst>
          <pc:docMk/>
          <pc:sldMk cId="462684679" sldId="442"/>
        </pc:sldMkLst>
        <pc:spChg chg="add mod">
          <ac:chgData name="진주 김" userId="b7ca9863247fd854" providerId="LiveId" clId="{F5FA52D0-9AA9-4A58-8DD5-5B5C33A3442F}" dt="2026-04-06T02:07:13.151" v="4151" actId="2085"/>
          <ac:spMkLst>
            <pc:docMk/>
            <pc:sldMk cId="462684679" sldId="442"/>
            <ac:spMk id="2" creationId="{89165095-5C34-8B90-E007-868D44998B88}"/>
          </ac:spMkLst>
        </pc:spChg>
        <pc:spChg chg="mod">
          <ac:chgData name="진주 김" userId="b7ca9863247fd854" providerId="LiveId" clId="{F5FA52D0-9AA9-4A58-8DD5-5B5C33A3442F}" dt="2026-04-05T07:39:08.617" v="18" actId="20577"/>
          <ac:spMkLst>
            <pc:docMk/>
            <pc:sldMk cId="462684679" sldId="442"/>
            <ac:spMk id="7" creationId="{8C87D1ED-FFA2-C313-573D-3E2FA112B19E}"/>
          </ac:spMkLst>
        </pc:spChg>
        <pc:spChg chg="add mod">
          <ac:chgData name="진주 김" userId="b7ca9863247fd854" providerId="LiveId" clId="{F5FA52D0-9AA9-4A58-8DD5-5B5C33A3442F}" dt="2026-04-05T10:28:38.595" v="4139" actId="15"/>
          <ac:spMkLst>
            <pc:docMk/>
            <pc:sldMk cId="462684679" sldId="442"/>
            <ac:spMk id="23" creationId="{48ECEF32-9BCF-AAF8-CDD2-02821416F53C}"/>
          </ac:spMkLst>
        </pc:spChg>
      </pc:sldChg>
      <pc:sldChg chg="addSp delSp modSp add mod">
        <pc:chgData name="진주 김" userId="b7ca9863247fd854" providerId="LiveId" clId="{F5FA52D0-9AA9-4A58-8DD5-5B5C33A3442F}" dt="2026-04-07T10:00:31.750" v="5244" actId="20577"/>
        <pc:sldMkLst>
          <pc:docMk/>
          <pc:sldMk cId="3156186178" sldId="564"/>
        </pc:sldMkLst>
        <pc:spChg chg="add mod">
          <ac:chgData name="진주 김" userId="b7ca9863247fd854" providerId="LiveId" clId="{F5FA52D0-9AA9-4A58-8DD5-5B5C33A3442F}" dt="2026-04-07T09:12:23.526" v="4183" actId="1076"/>
          <ac:spMkLst>
            <pc:docMk/>
            <pc:sldMk cId="3156186178" sldId="564"/>
            <ac:spMk id="2" creationId="{66D06C91-6FE0-E52A-3BC3-2D66E41BE464}"/>
          </ac:spMkLst>
        </pc:spChg>
        <pc:spChg chg="add mod">
          <ac:chgData name="진주 김" userId="b7ca9863247fd854" providerId="LiveId" clId="{F5FA52D0-9AA9-4A58-8DD5-5B5C33A3442F}" dt="2026-04-07T09:12:30.216" v="4186" actId="1076"/>
          <ac:spMkLst>
            <pc:docMk/>
            <pc:sldMk cId="3156186178" sldId="564"/>
            <ac:spMk id="3" creationId="{FF89289B-8C05-6311-B097-911453314BE6}"/>
          </ac:spMkLst>
        </pc:spChg>
        <pc:spChg chg="mod">
          <ac:chgData name="진주 김" userId="b7ca9863247fd854" providerId="LiveId" clId="{F5FA52D0-9AA9-4A58-8DD5-5B5C33A3442F}" dt="2026-04-05T07:47:25.911" v="834" actId="20577"/>
          <ac:spMkLst>
            <pc:docMk/>
            <pc:sldMk cId="3156186178" sldId="564"/>
            <ac:spMk id="5" creationId="{C4265E4B-120C-7124-503E-6439BCCE44EC}"/>
          </ac:spMkLst>
        </pc:spChg>
        <pc:spChg chg="mod">
          <ac:chgData name="진주 김" userId="b7ca9863247fd854" providerId="LiveId" clId="{F5FA52D0-9AA9-4A58-8DD5-5B5C33A3442F}" dt="2026-04-05T07:47:18.372" v="832" actId="20577"/>
          <ac:spMkLst>
            <pc:docMk/>
            <pc:sldMk cId="3156186178" sldId="564"/>
            <ac:spMk id="7" creationId="{C69A5EAF-A5A7-4B93-3A3B-EBBB9E6C532E}"/>
          </ac:spMkLst>
        </pc:spChg>
        <pc:spChg chg="add mod">
          <ac:chgData name="진주 김" userId="b7ca9863247fd854" providerId="LiveId" clId="{F5FA52D0-9AA9-4A58-8DD5-5B5C33A3442F}" dt="2026-04-07T09:12:48.512" v="4188" actId="1076"/>
          <ac:spMkLst>
            <pc:docMk/>
            <pc:sldMk cId="3156186178" sldId="564"/>
            <ac:spMk id="8" creationId="{BEBD2ECE-E994-1DCE-D3BD-CC6B5C454CD3}"/>
          </ac:spMkLst>
        </pc:spChg>
        <pc:spChg chg="add mod">
          <ac:chgData name="진주 김" userId="b7ca9863247fd854" providerId="LiveId" clId="{F5FA52D0-9AA9-4A58-8DD5-5B5C33A3442F}" dt="2026-04-07T09:13:17.568" v="4224" actId="14100"/>
          <ac:spMkLst>
            <pc:docMk/>
            <pc:sldMk cId="3156186178" sldId="564"/>
            <ac:spMk id="9" creationId="{04FA8CE5-6744-1823-7CD7-C692178CFDD9}"/>
          </ac:spMkLst>
        </pc:spChg>
        <pc:spChg chg="add mod">
          <ac:chgData name="진주 김" userId="b7ca9863247fd854" providerId="LiveId" clId="{F5FA52D0-9AA9-4A58-8DD5-5B5C33A3442F}" dt="2026-04-07T09:13:56.130" v="4262" actId="1076"/>
          <ac:spMkLst>
            <pc:docMk/>
            <pc:sldMk cId="3156186178" sldId="564"/>
            <ac:spMk id="13" creationId="{A803D1F1-426E-1B58-57D8-60CA01668FA3}"/>
          </ac:spMkLst>
        </pc:spChg>
        <pc:spChg chg="add mod">
          <ac:chgData name="진주 김" userId="b7ca9863247fd854" providerId="LiveId" clId="{F5FA52D0-9AA9-4A58-8DD5-5B5C33A3442F}" dt="2026-04-07T10:00:31.750" v="5244" actId="20577"/>
          <ac:spMkLst>
            <pc:docMk/>
            <pc:sldMk cId="3156186178" sldId="564"/>
            <ac:spMk id="14" creationId="{3711E073-981A-24AB-140E-8F3315D500A5}"/>
          </ac:spMkLst>
        </pc:spChg>
        <pc:spChg chg="add mod">
          <ac:chgData name="진주 김" userId="b7ca9863247fd854" providerId="LiveId" clId="{F5FA52D0-9AA9-4A58-8DD5-5B5C33A3442F}" dt="2026-04-07T09:56:06.822" v="4722"/>
          <ac:spMkLst>
            <pc:docMk/>
            <pc:sldMk cId="3156186178" sldId="564"/>
            <ac:spMk id="15" creationId="{0A5702CA-708A-2CDA-F764-12E939C847B9}"/>
          </ac:spMkLst>
        </pc:spChg>
        <pc:spChg chg="add mod">
          <ac:chgData name="진주 김" userId="b7ca9863247fd854" providerId="LiveId" clId="{F5FA52D0-9AA9-4A58-8DD5-5B5C33A3442F}" dt="2026-04-07T09:56:36.124" v="4726" actId="14100"/>
          <ac:spMkLst>
            <pc:docMk/>
            <pc:sldMk cId="3156186178" sldId="564"/>
            <ac:spMk id="16" creationId="{8500A83C-0448-B984-F055-EE5BD5F6E286}"/>
          </ac:spMkLst>
        </pc:spChg>
        <pc:picChg chg="add del mod">
          <ac:chgData name="진주 김" userId="b7ca9863247fd854" providerId="LiveId" clId="{F5FA52D0-9AA9-4A58-8DD5-5B5C33A3442F}" dt="2026-04-07T09:12:26.533" v="4185" actId="1076"/>
          <ac:picMkLst>
            <pc:docMk/>
            <pc:sldMk cId="3156186178" sldId="564"/>
            <ac:picMk id="19" creationId="{C2CFAD31-703C-F864-4FC8-90446D85CA7B}"/>
          </ac:picMkLst>
        </pc:picChg>
      </pc:sldChg>
      <pc:sldChg chg="addSp delSp modSp add mod">
        <pc:chgData name="진주 김" userId="b7ca9863247fd854" providerId="LiveId" clId="{F5FA52D0-9AA9-4A58-8DD5-5B5C33A3442F}" dt="2026-04-07T09:38:05.542" v="4539" actId="20577"/>
        <pc:sldMkLst>
          <pc:docMk/>
          <pc:sldMk cId="3592627706" sldId="565"/>
        </pc:sldMkLst>
        <pc:spChg chg="add mod">
          <ac:chgData name="진주 김" userId="b7ca9863247fd854" providerId="LiveId" clId="{F5FA52D0-9AA9-4A58-8DD5-5B5C33A3442F}" dt="2026-04-07T09:38:05.542" v="4539" actId="20577"/>
          <ac:spMkLst>
            <pc:docMk/>
            <pc:sldMk cId="3592627706" sldId="565"/>
            <ac:spMk id="2" creationId="{FA7EB87D-1F23-97DF-97A3-E2D6F7643E81}"/>
          </ac:spMkLst>
        </pc:spChg>
        <pc:spChg chg="mod">
          <ac:chgData name="진주 김" userId="b7ca9863247fd854" providerId="LiveId" clId="{F5FA52D0-9AA9-4A58-8DD5-5B5C33A3442F}" dt="2026-04-05T07:55:46.816" v="1105" actId="20577"/>
          <ac:spMkLst>
            <pc:docMk/>
            <pc:sldMk cId="3592627706" sldId="565"/>
            <ac:spMk id="5" creationId="{69298C2C-0FC7-888F-6906-EBA296E6F53B}"/>
          </ac:spMkLst>
        </pc:spChg>
        <pc:spChg chg="mod">
          <ac:chgData name="진주 김" userId="b7ca9863247fd854" providerId="LiveId" clId="{F5FA52D0-9AA9-4A58-8DD5-5B5C33A3442F}" dt="2026-04-05T07:55:58.499" v="1126" actId="20577"/>
          <ac:spMkLst>
            <pc:docMk/>
            <pc:sldMk cId="3592627706" sldId="565"/>
            <ac:spMk id="7" creationId="{88813777-E43D-FB58-0CC5-3E37235414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90499-B0E0-4FC3-9F45-28EC0C2DBC7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1884B-BDBF-4C0B-B56A-8C57EB6AD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64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E6A96-1C1D-B642-55F4-C55A16411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10BE49-E64F-EE11-F2FE-2B5A5D818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1D4750-6DD5-4B07-D785-B6D44410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40CFD-A91D-A53B-5E13-E87C2549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0DE53-81A2-BF64-0A73-F9E797AD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27D71-049E-CC08-0476-245C6BC0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C4F43-AD23-D83D-D89D-7DCBBC057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E1CBF-EBC8-0BA9-69A9-CB8A3776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66B3DF-3B55-13A6-EDA5-A4CEC760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E9D77-DD8A-B388-A41A-AB843BB9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6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CFD9D-863F-CAA5-7632-405364A8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7BD133-1959-86C7-2C04-93406893C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7D3A79-C1B7-C732-FDC6-74DDB5EA4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E46E1-0297-2555-9AB3-E533613A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CE01ED-89AC-7102-8D2D-CC426532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3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A341C-9392-E721-E5AC-6CC7DA7E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3FD09-3DD4-27CC-7E1C-56F8D4A7B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D531D5-9C65-4B07-E750-ADEE0B82E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CFD879-0128-DCF3-3C82-1867156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CA9DA5-49DC-5BA4-17DF-F205CDCC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D8720-AA36-50AA-0EA8-A98FC550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00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76366-06A6-BFDB-A28F-AD2059D3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75C148-FA45-8F09-5A3C-43A7F0E7B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6B7E2E-C37F-BD70-E4F1-97B9B2B66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F6CC48-4666-CC96-7560-F423009B0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CA9624-1B84-720C-6BAB-860796C5A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71F137-42E4-1605-E4DE-C95DAC02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775971-769E-37B0-7961-BF8EE1A9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ABDCBF-FDE1-B553-DB63-40E0CC7B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9593F-153F-3CBC-A027-0AA8F385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8710DC-1C9A-AF24-1A7A-46514865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981593-8CDF-852A-8E63-D732F2CA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ADFA77-694C-B840-E947-2CA4B02F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00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7C56B5-888C-FA70-439D-5C831CB5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EACC3F-FB90-B5CB-957F-E53D8BF1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AAABE-B73E-6494-5BDC-A751FD34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52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B6DDE-ECB1-D46E-9D45-DEC11C005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C364E-6846-A57F-FAA6-A8CDF165F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DF6EEB-46AA-2F55-D1DE-A2BC4304B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A7ECDE-30E7-8CC1-154E-78058C36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B5765-4F44-50F8-C706-6D922D6C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A4A08F-EA88-6A61-FE03-DDA1ED6E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00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31814-FCAF-88BB-91A3-F888B89D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A475F1-A163-1BBA-816D-BA7CE5553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D1648E-E7F4-43D3-4DD3-27A504B4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85421-94DB-8E0F-FCE7-4128B829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CAA55F-B569-C400-7685-78ABB98E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362998-4F9E-6DEB-6FB5-52AB769F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06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110A7-BFE7-9273-FDE2-C9D8448C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9FAEEE-0E05-1254-8BCE-CDCA4B9B5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3D7BD-0754-8D8E-4E5A-22CD4A69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0C5D8-2AB4-5850-ED36-F801FF0D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0BFCB-CB9F-BF57-2F88-92ABC5FF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45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8EBF93-BD0E-7E12-B94E-FE456648B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2C9DD6-A7DF-1C51-F7CA-E3F8CECA0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BF9D2-02BE-116B-D8DB-166B88DE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C8371-FA3D-B54C-7B54-C474CA14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D9C41-06BD-D93D-19DE-D617CF10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90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7F98B8-DE46-07C8-980F-1CDF10F5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01596-0CD7-54F0-6F1D-708D0D0B1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69897A-D5BE-C541-D426-84E0987DD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764F9-9D84-42D1-B002-3633BC0ECDE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C7944-3FE1-20F3-8514-C50117E52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CB18C-76E8-AEA3-222A-7DEB87630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24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20104-CF85-B85C-F852-71DB4F44C6C3}"/>
              </a:ext>
            </a:extLst>
          </p:cNvPr>
          <p:cNvSpPr txBox="1"/>
          <p:nvPr/>
        </p:nvSpPr>
        <p:spPr>
          <a:xfrm>
            <a:off x="2843499" y="2309935"/>
            <a:ext cx="69173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rgbClr val="142C6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Homework</a:t>
            </a:r>
            <a:endParaRPr lang="ko-KR" altLang="en-US" sz="4400" dirty="0">
              <a:solidFill>
                <a:srgbClr val="142C6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4A0D8-FAB6-520F-33EF-49B234A206BF}"/>
              </a:ext>
            </a:extLst>
          </p:cNvPr>
          <p:cNvSpPr txBox="1"/>
          <p:nvPr/>
        </p:nvSpPr>
        <p:spPr>
          <a:xfrm>
            <a:off x="2637311" y="3429000"/>
            <a:ext cx="6917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김진주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24032-1359-A4C1-BC0C-E9A12D148EC7}"/>
              </a:ext>
            </a:extLst>
          </p:cNvPr>
          <p:cNvSpPr txBox="1"/>
          <p:nvPr/>
        </p:nvSpPr>
        <p:spPr>
          <a:xfrm>
            <a:off x="9066811" y="321499"/>
            <a:ext cx="28733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국립금오공과대학교 산업빅데이터공학부</a:t>
            </a:r>
          </a:p>
        </p:txBody>
      </p:sp>
    </p:spTree>
    <p:extLst>
      <p:ext uri="{BB962C8B-B14F-4D97-AF65-F5344CB8AC3E}">
        <p14:creationId xmlns:p14="http://schemas.microsoft.com/office/powerpoint/2010/main" val="299683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647E0-B180-1EF3-8B94-AC7A26D2D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7AB3D86-0BAC-60E9-B777-464880CAA396}"/>
              </a:ext>
            </a:extLst>
          </p:cNvPr>
          <p:cNvSpPr txBox="1"/>
          <p:nvPr/>
        </p:nvSpPr>
        <p:spPr>
          <a:xfrm>
            <a:off x="9066811" y="321499"/>
            <a:ext cx="28733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국립금오공과대학교 산업빅데이터공학부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6AF67C-F724-8C0E-0AC3-EB82A746D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999" y="775681"/>
            <a:ext cx="9874134" cy="42120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FAEC7C-67E3-5707-1BA6-78EA3225ED61}"/>
              </a:ext>
            </a:extLst>
          </p:cNvPr>
          <p:cNvSpPr txBox="1"/>
          <p:nvPr/>
        </p:nvSpPr>
        <p:spPr>
          <a:xfrm>
            <a:off x="4129769" y="5172555"/>
            <a:ext cx="393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Published : 2025.07.17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317EC-CECD-7151-4EE6-02CD47427FC9}"/>
              </a:ext>
            </a:extLst>
          </p:cNvPr>
          <p:cNvSpPr txBox="1"/>
          <p:nvPr/>
        </p:nvSpPr>
        <p:spPr>
          <a:xfrm>
            <a:off x="2819400" y="5759153"/>
            <a:ext cx="655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LLM </a:t>
            </a:r>
            <a:r>
              <a:rPr lang="ko-KR" altLang="en-US" dirty="0"/>
              <a:t>기반 </a:t>
            </a:r>
            <a:r>
              <a:rPr lang="en-US" altLang="ko-KR" dirty="0"/>
              <a:t>feature engineering</a:t>
            </a:r>
            <a:r>
              <a:rPr lang="ko-KR" altLang="en-US" dirty="0"/>
              <a:t>을 활용한 의료 추천 시스템제안</a:t>
            </a:r>
          </a:p>
        </p:txBody>
      </p:sp>
    </p:spTree>
    <p:extLst>
      <p:ext uri="{BB962C8B-B14F-4D97-AF65-F5344CB8AC3E}">
        <p14:creationId xmlns:p14="http://schemas.microsoft.com/office/powerpoint/2010/main" val="120221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2884-D578-1E38-F3BA-C7CE404F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46CBAC13-DCB3-F08E-FDDB-0736021A287D}"/>
              </a:ext>
            </a:extLst>
          </p:cNvPr>
          <p:cNvGrpSpPr/>
          <p:nvPr/>
        </p:nvGrpSpPr>
        <p:grpSpPr>
          <a:xfrm>
            <a:off x="305273" y="-95002"/>
            <a:ext cx="558140" cy="1448790"/>
            <a:chOff x="305273" y="-95002"/>
            <a:chExt cx="558140" cy="144879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BE6E830-D988-5AF8-FC2D-4E1A5F2AB5F8}"/>
                </a:ext>
              </a:extLst>
            </p:cNvPr>
            <p:cNvSpPr/>
            <p:nvPr/>
          </p:nvSpPr>
          <p:spPr>
            <a:xfrm>
              <a:off x="330251" y="-95002"/>
              <a:ext cx="508185" cy="1448790"/>
            </a:xfrm>
            <a:prstGeom prst="roundRect">
              <a:avLst/>
            </a:prstGeom>
            <a:solidFill>
              <a:srgbClr val="142C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F45E30-9CD1-7AFB-2DED-928E85EE2247}"/>
                </a:ext>
              </a:extLst>
            </p:cNvPr>
            <p:cNvSpPr txBox="1"/>
            <p:nvPr/>
          </p:nvSpPr>
          <p:spPr>
            <a:xfrm>
              <a:off x="305273" y="966642"/>
              <a:ext cx="558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01</a:t>
              </a:r>
              <a:endParaRPr lang="ko-KR" altLang="en-US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C87D1ED-FFA2-C313-573D-3E2FA112B19E}"/>
              </a:ext>
            </a:extLst>
          </p:cNvPr>
          <p:cNvSpPr txBox="1"/>
          <p:nvPr/>
        </p:nvSpPr>
        <p:spPr>
          <a:xfrm>
            <a:off x="838436" y="909937"/>
            <a:ext cx="980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application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CAA4373-586F-A8B5-7065-35D43B1242D9}"/>
              </a:ext>
            </a:extLst>
          </p:cNvPr>
          <p:cNvCxnSpPr/>
          <p:nvPr/>
        </p:nvCxnSpPr>
        <p:spPr>
          <a:xfrm>
            <a:off x="334963" y="6334618"/>
            <a:ext cx="1152207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7E85C8-3952-0149-62F5-475C13DB2ABE}"/>
              </a:ext>
            </a:extLst>
          </p:cNvPr>
          <p:cNvSpPr txBox="1"/>
          <p:nvPr/>
        </p:nvSpPr>
        <p:spPr>
          <a:xfrm>
            <a:off x="305273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02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38F4C-5569-651D-1083-405CE803050B}"/>
              </a:ext>
            </a:extLst>
          </p:cNvPr>
          <p:cNvSpPr txBox="1"/>
          <p:nvPr/>
        </p:nvSpPr>
        <p:spPr>
          <a:xfrm>
            <a:off x="4969350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CEF32-9BCF-AAF8-CDD2-02821416F53C}"/>
              </a:ext>
            </a:extLst>
          </p:cNvPr>
          <p:cNvSpPr txBox="1"/>
          <p:nvPr/>
        </p:nvSpPr>
        <p:spPr>
          <a:xfrm>
            <a:off x="371475" y="1588516"/>
            <a:ext cx="115220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기존의 감성 분석 기반 추천시스템은 단순한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부정 판단에 그쳐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약물 리뷰와 같이 복잡하고 맥락이 중요한 데이터에서 부작용이나 효능을 정밀하게 포착하지 못하는 한계가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지능형 의료 추천 서비스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환자의 리뷰를 분석하여 특정 상태에 가장 적합한 약물 추천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부작용 감지 시스템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LLM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리뷰 텍스트 내에 숨겨진 미묘한 부작용 언급을 자동으로 식별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환자 경험 시뮬레이션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약물 복용 후 나타날 수 있는 환자의 반응과 감성 변화를 데이터기반으로 예측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맞춤형 건강 정보 인터페이스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자연어로 약물에 대해 물으면 분석된 감성 데이터를 바탕으로 신뢰할 수 있는 답변 제공</a:t>
            </a: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89165095-5C34-8B90-E007-868D44998B88}"/>
              </a:ext>
            </a:extLst>
          </p:cNvPr>
          <p:cNvSpPr/>
          <p:nvPr/>
        </p:nvSpPr>
        <p:spPr>
          <a:xfrm>
            <a:off x="5742332" y="2223247"/>
            <a:ext cx="537882" cy="26161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84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95F1-4029-B3FD-0849-72FA8D6F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DBE7317-16C9-F76E-37E6-3E06591EC3B1}"/>
              </a:ext>
            </a:extLst>
          </p:cNvPr>
          <p:cNvGrpSpPr/>
          <p:nvPr/>
        </p:nvGrpSpPr>
        <p:grpSpPr>
          <a:xfrm>
            <a:off x="305273" y="-95002"/>
            <a:ext cx="558140" cy="1448790"/>
            <a:chOff x="305273" y="-95002"/>
            <a:chExt cx="558140" cy="144879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06F549E-0A0F-88E9-6BCF-00129A4A330F}"/>
                </a:ext>
              </a:extLst>
            </p:cNvPr>
            <p:cNvSpPr/>
            <p:nvPr/>
          </p:nvSpPr>
          <p:spPr>
            <a:xfrm>
              <a:off x="330251" y="-95002"/>
              <a:ext cx="508185" cy="1448790"/>
            </a:xfrm>
            <a:prstGeom prst="roundRect">
              <a:avLst/>
            </a:prstGeom>
            <a:solidFill>
              <a:srgbClr val="142C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265E4B-120C-7124-503E-6439BCCE44EC}"/>
                </a:ext>
              </a:extLst>
            </p:cNvPr>
            <p:cNvSpPr txBox="1"/>
            <p:nvPr/>
          </p:nvSpPr>
          <p:spPr>
            <a:xfrm>
              <a:off x="305273" y="966642"/>
              <a:ext cx="558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02</a:t>
              </a:r>
              <a:endPara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69A5EAF-A5A7-4B93-3A3B-EBBB9E6C532E}"/>
              </a:ext>
            </a:extLst>
          </p:cNvPr>
          <p:cNvSpPr txBox="1"/>
          <p:nvPr/>
        </p:nvSpPr>
        <p:spPr>
          <a:xfrm>
            <a:off x="838436" y="909937"/>
            <a:ext cx="980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LLM &amp; Architecture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6CACBC3-1507-5E31-5858-B8C953A53C31}"/>
              </a:ext>
            </a:extLst>
          </p:cNvPr>
          <p:cNvCxnSpPr/>
          <p:nvPr/>
        </p:nvCxnSpPr>
        <p:spPr>
          <a:xfrm>
            <a:off x="334963" y="6334618"/>
            <a:ext cx="1152207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8CDD5DB-C4C6-F466-9AD4-8CB6974D5D11}"/>
              </a:ext>
            </a:extLst>
          </p:cNvPr>
          <p:cNvSpPr txBox="1"/>
          <p:nvPr/>
        </p:nvSpPr>
        <p:spPr>
          <a:xfrm>
            <a:off x="305273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02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BDC853-57B1-3BC9-B829-1D6C96695CD7}"/>
              </a:ext>
            </a:extLst>
          </p:cNvPr>
          <p:cNvSpPr txBox="1"/>
          <p:nvPr/>
        </p:nvSpPr>
        <p:spPr>
          <a:xfrm>
            <a:off x="4969350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1E073-981A-24AB-140E-8F3315D500A5}"/>
              </a:ext>
            </a:extLst>
          </p:cNvPr>
          <p:cNvSpPr txBox="1"/>
          <p:nvPr/>
        </p:nvSpPr>
        <p:spPr>
          <a:xfrm>
            <a:off x="305273" y="5223181"/>
            <a:ext cx="11522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Data 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남긴 실제 리뷰와 평점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다른 사람들이 그 리뷰를 얼마나 유용하다고 봤는지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Sentiment analysis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리뷰가 긍정적인지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부정적인지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얼마나 좋은 반응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나쁜 반응을 담고 있는지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Weighted model prediction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 신뢰할 수 있는 모델 결과에 더 큰 비중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2CFAD31-703C-F864-4FC8-90446D85C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38" y="1335974"/>
            <a:ext cx="8670367" cy="3808947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66D06C91-6FE0-E52A-3BC3-2D66E41BE464}"/>
              </a:ext>
            </a:extLst>
          </p:cNvPr>
          <p:cNvSpPr/>
          <p:nvPr/>
        </p:nvSpPr>
        <p:spPr>
          <a:xfrm>
            <a:off x="8365976" y="1990012"/>
            <a:ext cx="435429" cy="3048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9289B-8C05-6311-B097-911453314BE6}"/>
              </a:ext>
            </a:extLst>
          </p:cNvPr>
          <p:cNvSpPr txBox="1"/>
          <p:nvPr/>
        </p:nvSpPr>
        <p:spPr>
          <a:xfrm>
            <a:off x="8801405" y="1957746"/>
            <a:ext cx="253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LLaMa-3.2-3B-Instruct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EBD2ECE-E994-1DCE-D3BD-CC6B5C454CD3}"/>
              </a:ext>
            </a:extLst>
          </p:cNvPr>
          <p:cNvSpPr/>
          <p:nvPr/>
        </p:nvSpPr>
        <p:spPr>
          <a:xfrm>
            <a:off x="8148261" y="2568449"/>
            <a:ext cx="435429" cy="3048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A8CE5-6744-1823-7CD7-C692178CFDD9}"/>
              </a:ext>
            </a:extLst>
          </p:cNvPr>
          <p:cNvSpPr txBox="1"/>
          <p:nvPr/>
        </p:nvSpPr>
        <p:spPr>
          <a:xfrm>
            <a:off x="8583689" y="2503917"/>
            <a:ext cx="275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LLM2Vec(Mistral-7B</a:t>
            </a:r>
            <a:r>
              <a:rPr lang="ko-KR" altLang="en-US" dirty="0"/>
              <a:t>기반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3D1F1-426E-1B58-57D8-60CA01668FA3}"/>
              </a:ext>
            </a:extLst>
          </p:cNvPr>
          <p:cNvSpPr txBox="1"/>
          <p:nvPr/>
        </p:nvSpPr>
        <p:spPr>
          <a:xfrm>
            <a:off x="4860589" y="3290500"/>
            <a:ext cx="1728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사회적 신뢰 반영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0A5702CA-708A-2CDA-F764-12E939C84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7409" y="4139460"/>
            <a:ext cx="3827992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dirty="0">
                <a:latin typeface="Arial" panose="020B0604020202020204" pitchFamily="34" charset="0"/>
              </a:rPr>
              <a:t>Final Score =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dirty="0">
                <a:latin typeface="Arial" panose="020B0604020202020204" pitchFamily="34" charset="0"/>
              </a:rPr>
              <a:t>   Sentiment Prediction(</a:t>
            </a:r>
            <a:r>
              <a:rPr lang="ko-KR" altLang="en-US" sz="1500" dirty="0">
                <a:latin typeface="Arial" panose="020B0604020202020204" pitchFamily="34" charset="0"/>
              </a:rPr>
              <a:t>리뷰 긍정</a:t>
            </a:r>
            <a:r>
              <a:rPr lang="en-US" altLang="ko-KR" sz="1500" dirty="0">
                <a:latin typeface="Arial" panose="020B0604020202020204" pitchFamily="34" charset="0"/>
              </a:rPr>
              <a:t>/</a:t>
            </a:r>
            <a:r>
              <a:rPr lang="ko-KR" altLang="en-US" sz="1500" dirty="0">
                <a:latin typeface="Arial" panose="020B0604020202020204" pitchFamily="34" charset="0"/>
              </a:rPr>
              <a:t>부정 예측</a:t>
            </a:r>
            <a:r>
              <a:rPr lang="en-US" altLang="ko-KR" sz="1500" dirty="0">
                <a:latin typeface="Arial" panose="020B0604020202020204" pitchFamily="34" charset="0"/>
              </a:rPr>
              <a:t> + Social Validation(</a:t>
            </a:r>
            <a:r>
              <a:rPr lang="ko-KR" altLang="en-US" sz="1500" dirty="0">
                <a:latin typeface="Arial" panose="020B0604020202020204" pitchFamily="34" charset="0"/>
              </a:rPr>
              <a:t>사용자 추천</a:t>
            </a:r>
            <a:r>
              <a:rPr lang="en-US" altLang="ko-KR" sz="1500" dirty="0">
                <a:latin typeface="Arial" panose="020B0604020202020204" pitchFamily="34" charset="0"/>
              </a:rPr>
              <a:t>)</a:t>
            </a:r>
            <a:endParaRPr kumimoji="0" lang="ko-KR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8500A83C-0448-B984-F055-EE5BD5F6E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3271502"/>
            <a:ext cx="172889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drug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usefulCount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618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1602-1833-A630-9E69-20C25830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65EC6E4-DEF9-B3C9-2652-495B3D069E73}"/>
              </a:ext>
            </a:extLst>
          </p:cNvPr>
          <p:cNvGrpSpPr/>
          <p:nvPr/>
        </p:nvGrpSpPr>
        <p:grpSpPr>
          <a:xfrm>
            <a:off x="305273" y="-95002"/>
            <a:ext cx="558140" cy="1448790"/>
            <a:chOff x="305273" y="-95002"/>
            <a:chExt cx="558140" cy="144879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4D5EBF8-4B07-0D37-F554-ED97ED84E2E3}"/>
                </a:ext>
              </a:extLst>
            </p:cNvPr>
            <p:cNvSpPr/>
            <p:nvPr/>
          </p:nvSpPr>
          <p:spPr>
            <a:xfrm>
              <a:off x="330251" y="-95002"/>
              <a:ext cx="508185" cy="1448790"/>
            </a:xfrm>
            <a:prstGeom prst="roundRect">
              <a:avLst/>
            </a:prstGeom>
            <a:solidFill>
              <a:srgbClr val="142C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298C2C-0FC7-888F-6906-EBA296E6F53B}"/>
                </a:ext>
              </a:extLst>
            </p:cNvPr>
            <p:cNvSpPr txBox="1"/>
            <p:nvPr/>
          </p:nvSpPr>
          <p:spPr>
            <a:xfrm>
              <a:off x="305273" y="966642"/>
              <a:ext cx="558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04</a:t>
              </a:r>
              <a:endPara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8813777-E43D-FB58-0CC5-3E37235414D4}"/>
              </a:ext>
            </a:extLst>
          </p:cNvPr>
          <p:cNvSpPr txBox="1"/>
          <p:nvPr/>
        </p:nvSpPr>
        <p:spPr>
          <a:xfrm>
            <a:off x="838436" y="909937"/>
            <a:ext cx="980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Cons &amp; Pros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842AC64-20E7-9938-0979-729B70FF8A8C}"/>
              </a:ext>
            </a:extLst>
          </p:cNvPr>
          <p:cNvCxnSpPr/>
          <p:nvPr/>
        </p:nvCxnSpPr>
        <p:spPr>
          <a:xfrm>
            <a:off x="334963" y="6334618"/>
            <a:ext cx="1152207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6F580D-97EB-DBC5-5A98-1DF6ECF95677}"/>
              </a:ext>
            </a:extLst>
          </p:cNvPr>
          <p:cNvSpPr txBox="1"/>
          <p:nvPr/>
        </p:nvSpPr>
        <p:spPr>
          <a:xfrm>
            <a:off x="305273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02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593F06-D0B0-F35C-2DEA-2E19B5FBCEB6}"/>
              </a:ext>
            </a:extLst>
          </p:cNvPr>
          <p:cNvSpPr txBox="1"/>
          <p:nvPr/>
        </p:nvSpPr>
        <p:spPr>
          <a:xfrm>
            <a:off x="4969350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EB87D-1F23-97DF-97A3-E2D6F7643E81}"/>
              </a:ext>
            </a:extLst>
          </p:cNvPr>
          <p:cNvSpPr txBox="1"/>
          <p:nvPr/>
        </p:nvSpPr>
        <p:spPr>
          <a:xfrm>
            <a:off x="863413" y="1499378"/>
            <a:ext cx="99913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비약적인 성능향상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미묘한 감정까지 잘 잡을 수 있다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.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해석가능성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희소성 극복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LLM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feature extractor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로만 사용하였다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LLM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활용 구조가 제한적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embedding only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의존성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대비 효율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2627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10012</TotalTime>
  <Words>301</Words>
  <Application>Microsoft Office PowerPoint</Application>
  <PresentationFormat>와이드스크린</PresentationFormat>
  <Paragraphs>47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Wingdings</vt:lpstr>
      <vt:lpstr>나눔고딕</vt:lpstr>
      <vt:lpstr>Arial</vt:lpstr>
      <vt:lpstr>맑은 고딕</vt:lpstr>
      <vt:lpstr>나눔고딕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남유현</dc:creator>
  <cp:lastModifiedBy>진주 김</cp:lastModifiedBy>
  <cp:revision>55</cp:revision>
  <dcterms:created xsi:type="dcterms:W3CDTF">2025-10-27T06:22:26Z</dcterms:created>
  <dcterms:modified xsi:type="dcterms:W3CDTF">2026-04-07T10:00:38Z</dcterms:modified>
</cp:coreProperties>
</file>